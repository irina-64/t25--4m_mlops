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71" r:id="rId7"/>
    <p:sldId id="260" r:id="rId8"/>
    <p:sldId id="268" r:id="rId9"/>
    <p:sldId id="261" r:id="rId10"/>
    <p:sldId id="262" r:id="rId11"/>
    <p:sldId id="263" r:id="rId12"/>
    <p:sldId id="264" r:id="rId13"/>
    <p:sldId id="265" r:id="rId14"/>
    <p:sldId id="266" r:id="rId15"/>
    <p:sldId id="270" r:id="rId16"/>
    <p:sldId id="269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677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6432-FF16-4486-A7C6-42C1B862AA7C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0CC5-B01C-4DF4-B069-D808F151D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359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6432-FF16-4486-A7C6-42C1B862AA7C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0CC5-B01C-4DF4-B069-D808F151D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6553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6432-FF16-4486-A7C6-42C1B862AA7C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0CC5-B01C-4DF4-B069-D808F151D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789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6432-FF16-4486-A7C6-42C1B862AA7C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0CC5-B01C-4DF4-B069-D808F151D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52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6432-FF16-4486-A7C6-42C1B862AA7C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0CC5-B01C-4DF4-B069-D808F151D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19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6432-FF16-4486-A7C6-42C1B862AA7C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0CC5-B01C-4DF4-B069-D808F151D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837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6432-FF16-4486-A7C6-42C1B862AA7C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0CC5-B01C-4DF4-B069-D808F151D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4759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6432-FF16-4486-A7C6-42C1B862AA7C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0CC5-B01C-4DF4-B069-D808F151D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9683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6432-FF16-4486-A7C6-42C1B862AA7C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0CC5-B01C-4DF4-B069-D808F151D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1812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6432-FF16-4486-A7C6-42C1B862AA7C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0CC5-B01C-4DF4-B069-D808F151D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692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E6432-FF16-4486-A7C6-42C1B862AA7C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30CC5-B01C-4DF4-B069-D808F151D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041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E6432-FF16-4486-A7C6-42C1B862AA7C}" type="datetimeFigureOut">
              <a:rPr lang="ru-RU" smtClean="0"/>
              <a:t>24.12.2025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30CC5-B01C-4DF4-B069-D808F151D3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549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1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83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2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10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74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102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64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6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467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34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115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518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745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691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150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0</Words>
  <Application>Microsoft Office PowerPoint</Application>
  <PresentationFormat>Широкоэкранный</PresentationFormat>
  <Paragraphs>0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Lenovo</dc:creator>
  <cp:lastModifiedBy>Lenovo</cp:lastModifiedBy>
  <cp:revision>5</cp:revision>
  <dcterms:created xsi:type="dcterms:W3CDTF">2025-12-24T15:28:11Z</dcterms:created>
  <dcterms:modified xsi:type="dcterms:W3CDTF">2025-12-24T17:47:11Z</dcterms:modified>
</cp:coreProperties>
</file>