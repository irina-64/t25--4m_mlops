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9" r:id="rId3"/>
    <p:sldId id="260" r:id="rId4"/>
    <p:sldId id="336" r:id="rId5"/>
    <p:sldId id="361" r:id="rId6"/>
    <p:sldId id="362" r:id="rId7"/>
    <p:sldId id="318" r:id="rId8"/>
    <p:sldId id="363" r:id="rId9"/>
    <p:sldId id="339" r:id="rId10"/>
    <p:sldId id="338" r:id="rId11"/>
    <p:sldId id="364" r:id="rId12"/>
    <p:sldId id="337" r:id="rId13"/>
    <p:sldId id="365" r:id="rId14"/>
    <p:sldId id="344" r:id="rId15"/>
    <p:sldId id="327" r:id="rId16"/>
    <p:sldId id="358" r:id="rId17"/>
    <p:sldId id="335" r:id="rId18"/>
    <p:sldId id="366" r:id="rId19"/>
    <p:sldId id="289" r:id="rId20"/>
  </p:sldIdLst>
  <p:sldSz cx="18288000" cy="10287000"/>
  <p:notesSz cx="18288000" cy="10287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93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1" d="100"/>
          <a:sy n="41" d="100"/>
        </p:scale>
        <p:origin x="29" y="31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10358438" y="0"/>
            <a:ext cx="7924800" cy="515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761F69-847C-4E99-ABA8-52AE2FEA280B}" type="datetimeFigureOut">
              <a:rPr lang="ru-RU" smtClean="0"/>
              <a:t>06.11.2025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057900" y="1285875"/>
            <a:ext cx="6172200" cy="3471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828800" y="4951413"/>
            <a:ext cx="14630400" cy="4049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10358438" y="9771063"/>
            <a:ext cx="7924800" cy="515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01A7E-AE89-402F-B8E5-99275D7B32F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4468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 smtClean="0">
                <a:solidFill>
                  <a:schemeClr val="accent5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Dedicated</a:t>
            </a:r>
            <a:r>
              <a:rPr lang="ru-RU" sz="1200" b="1" i="0" dirty="0" smtClean="0">
                <a:solidFill>
                  <a:schemeClr val="accent5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- преданный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601A7E-AE89-402F-B8E5-99275D7B32F3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011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dirty="0" smtClean="0">
                <a:solidFill>
                  <a:schemeClr val="accent5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Dedicated</a:t>
            </a:r>
            <a:r>
              <a:rPr lang="ru-RU" sz="1200" b="1" i="0" dirty="0" smtClean="0">
                <a:solidFill>
                  <a:schemeClr val="accent5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rPr>
              <a:t> - преданный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601A7E-AE89-402F-B8E5-99275D7B32F3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33612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15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39149" y="284988"/>
            <a:ext cx="17209700" cy="8788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4BD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79467" y="9655436"/>
            <a:ext cx="246951" cy="2526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79467" y="9377474"/>
            <a:ext cx="246951" cy="2526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49571" y="9377474"/>
            <a:ext cx="246951" cy="25269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49571" y="9655436"/>
            <a:ext cx="246951" cy="25267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0346872" y="4262"/>
            <a:ext cx="7941309" cy="7874000"/>
          </a:xfrm>
          <a:custGeom>
            <a:avLst/>
            <a:gdLst/>
            <a:ahLst/>
            <a:cxnLst/>
            <a:rect l="l" t="t" r="r" b="b"/>
            <a:pathLst>
              <a:path w="7941309" h="7874000">
                <a:moveTo>
                  <a:pt x="4308158" y="7861300"/>
                </a:moveTo>
                <a:lnTo>
                  <a:pt x="3632991" y="7861300"/>
                </a:lnTo>
                <a:lnTo>
                  <a:pt x="3680764" y="7874000"/>
                </a:lnTo>
                <a:lnTo>
                  <a:pt x="4260385" y="7874000"/>
                </a:lnTo>
                <a:lnTo>
                  <a:pt x="4308158" y="7861300"/>
                </a:lnTo>
                <a:close/>
              </a:path>
              <a:path w="7941309" h="7874000">
                <a:moveTo>
                  <a:pt x="4450504" y="7848600"/>
                </a:moveTo>
                <a:lnTo>
                  <a:pt x="3490645" y="7848600"/>
                </a:lnTo>
                <a:lnTo>
                  <a:pt x="3537928" y="7861300"/>
                </a:lnTo>
                <a:lnTo>
                  <a:pt x="4403221" y="7861300"/>
                </a:lnTo>
                <a:lnTo>
                  <a:pt x="4450504" y="7848600"/>
                </a:lnTo>
                <a:close/>
              </a:path>
              <a:path w="7941309" h="7874000">
                <a:moveTo>
                  <a:pt x="4544557" y="7835900"/>
                </a:moveTo>
                <a:lnTo>
                  <a:pt x="3396592" y="7835900"/>
                </a:lnTo>
                <a:lnTo>
                  <a:pt x="3443532" y="7848600"/>
                </a:lnTo>
                <a:lnTo>
                  <a:pt x="4497617" y="7848600"/>
                </a:lnTo>
                <a:lnTo>
                  <a:pt x="4544557" y="7835900"/>
                </a:lnTo>
                <a:close/>
              </a:path>
              <a:path w="7941309" h="7874000">
                <a:moveTo>
                  <a:pt x="4684305" y="7810500"/>
                </a:moveTo>
                <a:lnTo>
                  <a:pt x="3256845" y="7810500"/>
                </a:lnTo>
                <a:lnTo>
                  <a:pt x="3349829" y="7835900"/>
                </a:lnTo>
                <a:lnTo>
                  <a:pt x="4591321" y="7835900"/>
                </a:lnTo>
                <a:lnTo>
                  <a:pt x="4684305" y="7810500"/>
                </a:lnTo>
                <a:close/>
              </a:path>
              <a:path w="7941309" h="7874000">
                <a:moveTo>
                  <a:pt x="4822373" y="7785100"/>
                </a:moveTo>
                <a:lnTo>
                  <a:pt x="3118777" y="7785100"/>
                </a:lnTo>
                <a:lnTo>
                  <a:pt x="3210632" y="7810500"/>
                </a:lnTo>
                <a:lnTo>
                  <a:pt x="4730519" y="7810500"/>
                </a:lnTo>
                <a:lnTo>
                  <a:pt x="4822373" y="7785100"/>
                </a:lnTo>
                <a:close/>
              </a:path>
              <a:path w="7941309" h="7874000">
                <a:moveTo>
                  <a:pt x="4207663" y="0"/>
                </a:moveTo>
                <a:lnTo>
                  <a:pt x="3680764" y="0"/>
                </a:lnTo>
                <a:lnTo>
                  <a:pt x="3632991" y="12700"/>
                </a:lnTo>
                <a:lnTo>
                  <a:pt x="3537928" y="12700"/>
                </a:lnTo>
                <a:lnTo>
                  <a:pt x="3490645" y="25400"/>
                </a:lnTo>
                <a:lnTo>
                  <a:pt x="3443532" y="25400"/>
                </a:lnTo>
                <a:lnTo>
                  <a:pt x="3396592" y="38100"/>
                </a:lnTo>
                <a:lnTo>
                  <a:pt x="3349829" y="38100"/>
                </a:lnTo>
                <a:lnTo>
                  <a:pt x="3256845" y="63500"/>
                </a:lnTo>
                <a:lnTo>
                  <a:pt x="3210632" y="63500"/>
                </a:lnTo>
                <a:lnTo>
                  <a:pt x="3073143" y="101600"/>
                </a:lnTo>
                <a:lnTo>
                  <a:pt x="3027709" y="101600"/>
                </a:lnTo>
                <a:lnTo>
                  <a:pt x="2715543" y="190500"/>
                </a:lnTo>
                <a:lnTo>
                  <a:pt x="2671827" y="215900"/>
                </a:lnTo>
                <a:lnTo>
                  <a:pt x="2542070" y="254000"/>
                </a:lnTo>
                <a:lnTo>
                  <a:pt x="2499293" y="279400"/>
                </a:lnTo>
                <a:lnTo>
                  <a:pt x="2414471" y="304800"/>
                </a:lnTo>
                <a:lnTo>
                  <a:pt x="2372432" y="330200"/>
                </a:lnTo>
                <a:lnTo>
                  <a:pt x="2330647" y="342900"/>
                </a:lnTo>
                <a:lnTo>
                  <a:pt x="2289118" y="368300"/>
                </a:lnTo>
                <a:lnTo>
                  <a:pt x="2247849" y="381000"/>
                </a:lnTo>
                <a:lnTo>
                  <a:pt x="2206843" y="406400"/>
                </a:lnTo>
                <a:lnTo>
                  <a:pt x="2166102" y="419100"/>
                </a:lnTo>
                <a:lnTo>
                  <a:pt x="2085434" y="469900"/>
                </a:lnTo>
                <a:lnTo>
                  <a:pt x="2045513" y="482600"/>
                </a:lnTo>
                <a:lnTo>
                  <a:pt x="2005871" y="508000"/>
                </a:lnTo>
                <a:lnTo>
                  <a:pt x="1850167" y="609600"/>
                </a:lnTo>
                <a:lnTo>
                  <a:pt x="1811973" y="622300"/>
                </a:lnTo>
                <a:lnTo>
                  <a:pt x="1774078" y="647700"/>
                </a:lnTo>
                <a:lnTo>
                  <a:pt x="1662225" y="723900"/>
                </a:lnTo>
                <a:lnTo>
                  <a:pt x="1625562" y="762000"/>
                </a:lnTo>
                <a:lnTo>
                  <a:pt x="1553187" y="812800"/>
                </a:lnTo>
                <a:lnTo>
                  <a:pt x="1447053" y="889000"/>
                </a:lnTo>
                <a:lnTo>
                  <a:pt x="1412337" y="927100"/>
                </a:lnTo>
                <a:lnTo>
                  <a:pt x="1343915" y="977900"/>
                </a:lnTo>
                <a:lnTo>
                  <a:pt x="1310216" y="1016000"/>
                </a:lnTo>
                <a:lnTo>
                  <a:pt x="1243860" y="1066800"/>
                </a:lnTo>
                <a:lnTo>
                  <a:pt x="1211210" y="1104900"/>
                </a:lnTo>
                <a:lnTo>
                  <a:pt x="1178915" y="1130300"/>
                </a:lnTo>
                <a:lnTo>
                  <a:pt x="1146980" y="1168400"/>
                </a:lnTo>
                <a:lnTo>
                  <a:pt x="1115408" y="1193800"/>
                </a:lnTo>
                <a:lnTo>
                  <a:pt x="1084201" y="1231900"/>
                </a:lnTo>
                <a:lnTo>
                  <a:pt x="1053364" y="1257300"/>
                </a:lnTo>
                <a:lnTo>
                  <a:pt x="1022899" y="1295400"/>
                </a:lnTo>
                <a:lnTo>
                  <a:pt x="992810" y="1333500"/>
                </a:lnTo>
                <a:lnTo>
                  <a:pt x="963100" y="1358900"/>
                </a:lnTo>
                <a:lnTo>
                  <a:pt x="933773" y="1397000"/>
                </a:lnTo>
                <a:lnTo>
                  <a:pt x="904832" y="1435100"/>
                </a:lnTo>
                <a:lnTo>
                  <a:pt x="876280" y="1473200"/>
                </a:lnTo>
                <a:lnTo>
                  <a:pt x="848121" y="1498600"/>
                </a:lnTo>
                <a:lnTo>
                  <a:pt x="820358" y="1536700"/>
                </a:lnTo>
                <a:lnTo>
                  <a:pt x="792993" y="1574800"/>
                </a:lnTo>
                <a:lnTo>
                  <a:pt x="766031" y="1612900"/>
                </a:lnTo>
                <a:lnTo>
                  <a:pt x="739475" y="1651000"/>
                </a:lnTo>
                <a:lnTo>
                  <a:pt x="713329" y="1676400"/>
                </a:lnTo>
                <a:lnTo>
                  <a:pt x="687594" y="1714500"/>
                </a:lnTo>
                <a:lnTo>
                  <a:pt x="662276" y="1752600"/>
                </a:lnTo>
                <a:lnTo>
                  <a:pt x="637376" y="1790700"/>
                </a:lnTo>
                <a:lnTo>
                  <a:pt x="612899" y="1828800"/>
                </a:lnTo>
                <a:lnTo>
                  <a:pt x="588848" y="1866900"/>
                </a:lnTo>
                <a:lnTo>
                  <a:pt x="565226" y="1905000"/>
                </a:lnTo>
                <a:lnTo>
                  <a:pt x="542037" y="1943100"/>
                </a:lnTo>
                <a:lnTo>
                  <a:pt x="519283" y="1981200"/>
                </a:lnTo>
                <a:lnTo>
                  <a:pt x="496968" y="2032000"/>
                </a:lnTo>
                <a:lnTo>
                  <a:pt x="475095" y="2070100"/>
                </a:lnTo>
                <a:lnTo>
                  <a:pt x="453668" y="2108200"/>
                </a:lnTo>
                <a:lnTo>
                  <a:pt x="432691" y="2146300"/>
                </a:lnTo>
                <a:lnTo>
                  <a:pt x="412165" y="2184400"/>
                </a:lnTo>
                <a:lnTo>
                  <a:pt x="392095" y="2222500"/>
                </a:lnTo>
                <a:lnTo>
                  <a:pt x="372485" y="2273300"/>
                </a:lnTo>
                <a:lnTo>
                  <a:pt x="353336" y="2311400"/>
                </a:lnTo>
                <a:lnTo>
                  <a:pt x="334653" y="2349500"/>
                </a:lnTo>
                <a:lnTo>
                  <a:pt x="316440" y="2387600"/>
                </a:lnTo>
                <a:lnTo>
                  <a:pt x="298698" y="2438400"/>
                </a:lnTo>
                <a:lnTo>
                  <a:pt x="281432" y="2476500"/>
                </a:lnTo>
                <a:lnTo>
                  <a:pt x="264645" y="2514600"/>
                </a:lnTo>
                <a:lnTo>
                  <a:pt x="248340" y="2565400"/>
                </a:lnTo>
                <a:lnTo>
                  <a:pt x="232521" y="2603500"/>
                </a:lnTo>
                <a:lnTo>
                  <a:pt x="217191" y="2654300"/>
                </a:lnTo>
                <a:lnTo>
                  <a:pt x="202353" y="2692400"/>
                </a:lnTo>
                <a:lnTo>
                  <a:pt x="188010" y="2730500"/>
                </a:lnTo>
                <a:lnTo>
                  <a:pt x="174167" y="2781300"/>
                </a:lnTo>
                <a:lnTo>
                  <a:pt x="160825" y="2819400"/>
                </a:lnTo>
                <a:lnTo>
                  <a:pt x="147989" y="2870200"/>
                </a:lnTo>
                <a:lnTo>
                  <a:pt x="135662" y="2908300"/>
                </a:lnTo>
                <a:lnTo>
                  <a:pt x="123847" y="2959100"/>
                </a:lnTo>
                <a:lnTo>
                  <a:pt x="112548" y="2997200"/>
                </a:lnTo>
                <a:lnTo>
                  <a:pt x="101767" y="3048000"/>
                </a:lnTo>
                <a:lnTo>
                  <a:pt x="91509" y="3086100"/>
                </a:lnTo>
                <a:lnTo>
                  <a:pt x="81775" y="3136900"/>
                </a:lnTo>
                <a:lnTo>
                  <a:pt x="72571" y="3187700"/>
                </a:lnTo>
                <a:lnTo>
                  <a:pt x="63899" y="3225800"/>
                </a:lnTo>
                <a:lnTo>
                  <a:pt x="55762" y="3276600"/>
                </a:lnTo>
                <a:lnTo>
                  <a:pt x="48164" y="3327400"/>
                </a:lnTo>
                <a:lnTo>
                  <a:pt x="41108" y="3365500"/>
                </a:lnTo>
                <a:lnTo>
                  <a:pt x="34597" y="3416300"/>
                </a:lnTo>
                <a:lnTo>
                  <a:pt x="28636" y="3467100"/>
                </a:lnTo>
                <a:lnTo>
                  <a:pt x="23226" y="3505200"/>
                </a:lnTo>
                <a:lnTo>
                  <a:pt x="18371" y="3556000"/>
                </a:lnTo>
                <a:lnTo>
                  <a:pt x="14075" y="3606800"/>
                </a:lnTo>
                <a:lnTo>
                  <a:pt x="10342" y="3644900"/>
                </a:lnTo>
                <a:lnTo>
                  <a:pt x="7173" y="3695700"/>
                </a:lnTo>
                <a:lnTo>
                  <a:pt x="4573" y="3746500"/>
                </a:lnTo>
                <a:lnTo>
                  <a:pt x="2545" y="3797300"/>
                </a:lnTo>
                <a:lnTo>
                  <a:pt x="1093" y="3835400"/>
                </a:lnTo>
                <a:lnTo>
                  <a:pt x="219" y="3886200"/>
                </a:lnTo>
                <a:lnTo>
                  <a:pt x="0" y="3924300"/>
                </a:lnTo>
                <a:lnTo>
                  <a:pt x="0" y="3949700"/>
                </a:lnTo>
                <a:lnTo>
                  <a:pt x="219" y="3987800"/>
                </a:lnTo>
                <a:lnTo>
                  <a:pt x="1093" y="4038600"/>
                </a:lnTo>
                <a:lnTo>
                  <a:pt x="2545" y="4076700"/>
                </a:lnTo>
                <a:lnTo>
                  <a:pt x="4573" y="4127500"/>
                </a:lnTo>
                <a:lnTo>
                  <a:pt x="7173" y="4178300"/>
                </a:lnTo>
                <a:lnTo>
                  <a:pt x="10342" y="4229100"/>
                </a:lnTo>
                <a:lnTo>
                  <a:pt x="14075" y="4267200"/>
                </a:lnTo>
                <a:lnTo>
                  <a:pt x="18371" y="4318000"/>
                </a:lnTo>
                <a:lnTo>
                  <a:pt x="23226" y="4368800"/>
                </a:lnTo>
                <a:lnTo>
                  <a:pt x="28636" y="4419600"/>
                </a:lnTo>
                <a:lnTo>
                  <a:pt x="34597" y="4457700"/>
                </a:lnTo>
                <a:lnTo>
                  <a:pt x="41108" y="4508500"/>
                </a:lnTo>
                <a:lnTo>
                  <a:pt x="48164" y="4559300"/>
                </a:lnTo>
                <a:lnTo>
                  <a:pt x="55762" y="4597400"/>
                </a:lnTo>
                <a:lnTo>
                  <a:pt x="63899" y="4648200"/>
                </a:lnTo>
                <a:lnTo>
                  <a:pt x="72571" y="4686300"/>
                </a:lnTo>
                <a:lnTo>
                  <a:pt x="81775" y="4737100"/>
                </a:lnTo>
                <a:lnTo>
                  <a:pt x="91509" y="4787900"/>
                </a:lnTo>
                <a:lnTo>
                  <a:pt x="101767" y="4826000"/>
                </a:lnTo>
                <a:lnTo>
                  <a:pt x="112548" y="4876800"/>
                </a:lnTo>
                <a:lnTo>
                  <a:pt x="123847" y="4914900"/>
                </a:lnTo>
                <a:lnTo>
                  <a:pt x="135662" y="4965700"/>
                </a:lnTo>
                <a:lnTo>
                  <a:pt x="147989" y="5003800"/>
                </a:lnTo>
                <a:lnTo>
                  <a:pt x="160825" y="5054600"/>
                </a:lnTo>
                <a:lnTo>
                  <a:pt x="174167" y="5092700"/>
                </a:lnTo>
                <a:lnTo>
                  <a:pt x="188010" y="5143500"/>
                </a:lnTo>
                <a:lnTo>
                  <a:pt x="202353" y="5181600"/>
                </a:lnTo>
                <a:lnTo>
                  <a:pt x="217191" y="5232400"/>
                </a:lnTo>
                <a:lnTo>
                  <a:pt x="232521" y="5270500"/>
                </a:lnTo>
                <a:lnTo>
                  <a:pt x="248340" y="5308600"/>
                </a:lnTo>
                <a:lnTo>
                  <a:pt x="264645" y="5359400"/>
                </a:lnTo>
                <a:lnTo>
                  <a:pt x="281432" y="5397500"/>
                </a:lnTo>
                <a:lnTo>
                  <a:pt x="298698" y="5435600"/>
                </a:lnTo>
                <a:lnTo>
                  <a:pt x="316440" y="5486400"/>
                </a:lnTo>
                <a:lnTo>
                  <a:pt x="334653" y="5524500"/>
                </a:lnTo>
                <a:lnTo>
                  <a:pt x="353336" y="5562600"/>
                </a:lnTo>
                <a:lnTo>
                  <a:pt x="372485" y="5613400"/>
                </a:lnTo>
                <a:lnTo>
                  <a:pt x="392095" y="5651500"/>
                </a:lnTo>
                <a:lnTo>
                  <a:pt x="412165" y="5689600"/>
                </a:lnTo>
                <a:lnTo>
                  <a:pt x="432691" y="5727700"/>
                </a:lnTo>
                <a:lnTo>
                  <a:pt x="453668" y="5765800"/>
                </a:lnTo>
                <a:lnTo>
                  <a:pt x="475095" y="5803900"/>
                </a:lnTo>
                <a:lnTo>
                  <a:pt x="496968" y="5854700"/>
                </a:lnTo>
                <a:lnTo>
                  <a:pt x="519283" y="5892800"/>
                </a:lnTo>
                <a:lnTo>
                  <a:pt x="542037" y="5930900"/>
                </a:lnTo>
                <a:lnTo>
                  <a:pt x="565226" y="5969000"/>
                </a:lnTo>
                <a:lnTo>
                  <a:pt x="588848" y="6007100"/>
                </a:lnTo>
                <a:lnTo>
                  <a:pt x="612899" y="6045200"/>
                </a:lnTo>
                <a:lnTo>
                  <a:pt x="637376" y="6083300"/>
                </a:lnTo>
                <a:lnTo>
                  <a:pt x="662276" y="6121400"/>
                </a:lnTo>
                <a:lnTo>
                  <a:pt x="687594" y="6159500"/>
                </a:lnTo>
                <a:lnTo>
                  <a:pt x="713329" y="6197600"/>
                </a:lnTo>
                <a:lnTo>
                  <a:pt x="739475" y="6235700"/>
                </a:lnTo>
                <a:lnTo>
                  <a:pt x="766031" y="6261100"/>
                </a:lnTo>
                <a:lnTo>
                  <a:pt x="792993" y="6299200"/>
                </a:lnTo>
                <a:lnTo>
                  <a:pt x="820358" y="6337300"/>
                </a:lnTo>
                <a:lnTo>
                  <a:pt x="848121" y="6375400"/>
                </a:lnTo>
                <a:lnTo>
                  <a:pt x="876280" y="6413500"/>
                </a:lnTo>
                <a:lnTo>
                  <a:pt x="904832" y="6438900"/>
                </a:lnTo>
                <a:lnTo>
                  <a:pt x="933773" y="6477000"/>
                </a:lnTo>
                <a:lnTo>
                  <a:pt x="963100" y="6515100"/>
                </a:lnTo>
                <a:lnTo>
                  <a:pt x="992810" y="6540500"/>
                </a:lnTo>
                <a:lnTo>
                  <a:pt x="1022899" y="6578600"/>
                </a:lnTo>
                <a:lnTo>
                  <a:pt x="1053364" y="6616700"/>
                </a:lnTo>
                <a:lnTo>
                  <a:pt x="1084201" y="6642100"/>
                </a:lnTo>
                <a:lnTo>
                  <a:pt x="1115408" y="6680200"/>
                </a:lnTo>
                <a:lnTo>
                  <a:pt x="1146980" y="6705600"/>
                </a:lnTo>
                <a:lnTo>
                  <a:pt x="1178915" y="6743700"/>
                </a:lnTo>
                <a:lnTo>
                  <a:pt x="1211210" y="6769100"/>
                </a:lnTo>
                <a:lnTo>
                  <a:pt x="1243860" y="6807200"/>
                </a:lnTo>
                <a:lnTo>
                  <a:pt x="1276864" y="6832600"/>
                </a:lnTo>
                <a:lnTo>
                  <a:pt x="1310216" y="6870700"/>
                </a:lnTo>
                <a:lnTo>
                  <a:pt x="1343915" y="6896100"/>
                </a:lnTo>
                <a:lnTo>
                  <a:pt x="1412337" y="6946900"/>
                </a:lnTo>
                <a:lnTo>
                  <a:pt x="1447053" y="6985000"/>
                </a:lnTo>
                <a:lnTo>
                  <a:pt x="1482103" y="7010400"/>
                </a:lnTo>
                <a:lnTo>
                  <a:pt x="1589214" y="7086600"/>
                </a:lnTo>
                <a:lnTo>
                  <a:pt x="1625562" y="7124700"/>
                </a:lnTo>
                <a:lnTo>
                  <a:pt x="1736487" y="7200900"/>
                </a:lnTo>
                <a:lnTo>
                  <a:pt x="1850167" y="7277100"/>
                </a:lnTo>
                <a:lnTo>
                  <a:pt x="1888657" y="7289800"/>
                </a:lnTo>
                <a:lnTo>
                  <a:pt x="2045513" y="7391400"/>
                </a:lnTo>
                <a:lnTo>
                  <a:pt x="2085434" y="7404100"/>
                </a:lnTo>
                <a:lnTo>
                  <a:pt x="2166102" y="7454900"/>
                </a:lnTo>
                <a:lnTo>
                  <a:pt x="2206843" y="7467600"/>
                </a:lnTo>
                <a:lnTo>
                  <a:pt x="2247849" y="7493000"/>
                </a:lnTo>
                <a:lnTo>
                  <a:pt x="2289118" y="7505700"/>
                </a:lnTo>
                <a:lnTo>
                  <a:pt x="2330647" y="7531100"/>
                </a:lnTo>
                <a:lnTo>
                  <a:pt x="2372432" y="7543800"/>
                </a:lnTo>
                <a:lnTo>
                  <a:pt x="2414471" y="7569200"/>
                </a:lnTo>
                <a:lnTo>
                  <a:pt x="2499293" y="7594600"/>
                </a:lnTo>
                <a:lnTo>
                  <a:pt x="2542070" y="7620000"/>
                </a:lnTo>
                <a:lnTo>
                  <a:pt x="2628340" y="7645400"/>
                </a:lnTo>
                <a:lnTo>
                  <a:pt x="2671827" y="7670800"/>
                </a:lnTo>
                <a:lnTo>
                  <a:pt x="3073143" y="7785100"/>
                </a:lnTo>
                <a:lnTo>
                  <a:pt x="4868008" y="7785100"/>
                </a:lnTo>
                <a:lnTo>
                  <a:pt x="5269325" y="7670800"/>
                </a:lnTo>
                <a:lnTo>
                  <a:pt x="5312811" y="7645400"/>
                </a:lnTo>
                <a:lnTo>
                  <a:pt x="5399082" y="7620000"/>
                </a:lnTo>
                <a:lnTo>
                  <a:pt x="5441859" y="7594600"/>
                </a:lnTo>
                <a:lnTo>
                  <a:pt x="5526682" y="7569200"/>
                </a:lnTo>
                <a:lnTo>
                  <a:pt x="5568720" y="7543800"/>
                </a:lnTo>
                <a:lnTo>
                  <a:pt x="5610505" y="7531100"/>
                </a:lnTo>
                <a:lnTo>
                  <a:pt x="5652034" y="7505700"/>
                </a:lnTo>
                <a:lnTo>
                  <a:pt x="5693304" y="7493000"/>
                </a:lnTo>
                <a:lnTo>
                  <a:pt x="5734310" y="7467600"/>
                </a:lnTo>
                <a:lnTo>
                  <a:pt x="5775050" y="7454900"/>
                </a:lnTo>
                <a:lnTo>
                  <a:pt x="5855718" y="7404100"/>
                </a:lnTo>
                <a:lnTo>
                  <a:pt x="5895640" y="7391400"/>
                </a:lnTo>
                <a:lnTo>
                  <a:pt x="6052496" y="7289800"/>
                </a:lnTo>
                <a:lnTo>
                  <a:pt x="6090987" y="7277100"/>
                </a:lnTo>
                <a:lnTo>
                  <a:pt x="6204667" y="7200900"/>
                </a:lnTo>
                <a:lnTo>
                  <a:pt x="6315592" y="7124700"/>
                </a:lnTo>
                <a:lnTo>
                  <a:pt x="6351939" y="7086600"/>
                </a:lnTo>
                <a:lnTo>
                  <a:pt x="6459051" y="7010400"/>
                </a:lnTo>
                <a:lnTo>
                  <a:pt x="6494100" y="6985000"/>
                </a:lnTo>
                <a:lnTo>
                  <a:pt x="6528817" y="6946900"/>
                </a:lnTo>
                <a:lnTo>
                  <a:pt x="6597239" y="6896100"/>
                </a:lnTo>
                <a:lnTo>
                  <a:pt x="6630938" y="6870700"/>
                </a:lnTo>
                <a:lnTo>
                  <a:pt x="6664291" y="6832600"/>
                </a:lnTo>
                <a:lnTo>
                  <a:pt x="6697294" y="6807200"/>
                </a:lnTo>
                <a:lnTo>
                  <a:pt x="6729944" y="6769100"/>
                </a:lnTo>
                <a:lnTo>
                  <a:pt x="6762239" y="6743700"/>
                </a:lnTo>
                <a:lnTo>
                  <a:pt x="6794174" y="6705600"/>
                </a:lnTo>
                <a:lnTo>
                  <a:pt x="6825747" y="6680200"/>
                </a:lnTo>
                <a:lnTo>
                  <a:pt x="6856954" y="6642100"/>
                </a:lnTo>
                <a:lnTo>
                  <a:pt x="6887791" y="6616700"/>
                </a:lnTo>
                <a:lnTo>
                  <a:pt x="6918256" y="6578600"/>
                </a:lnTo>
                <a:lnTo>
                  <a:pt x="6948345" y="6540500"/>
                </a:lnTo>
                <a:lnTo>
                  <a:pt x="6978054" y="6515100"/>
                </a:lnTo>
                <a:lnTo>
                  <a:pt x="7007381" y="6477000"/>
                </a:lnTo>
                <a:lnTo>
                  <a:pt x="7036322" y="6438900"/>
                </a:lnTo>
                <a:lnTo>
                  <a:pt x="7064874" y="6413500"/>
                </a:lnTo>
                <a:lnTo>
                  <a:pt x="7093034" y="6375400"/>
                </a:lnTo>
                <a:lnTo>
                  <a:pt x="7120797" y="6337300"/>
                </a:lnTo>
                <a:lnTo>
                  <a:pt x="7148162" y="6299200"/>
                </a:lnTo>
                <a:lnTo>
                  <a:pt x="7175123" y="6261100"/>
                </a:lnTo>
                <a:lnTo>
                  <a:pt x="7201679" y="6235700"/>
                </a:lnTo>
                <a:lnTo>
                  <a:pt x="7227826" y="6197600"/>
                </a:lnTo>
                <a:lnTo>
                  <a:pt x="7253561" y="6159500"/>
                </a:lnTo>
                <a:lnTo>
                  <a:pt x="7278879" y="6121400"/>
                </a:lnTo>
                <a:lnTo>
                  <a:pt x="7303779" y="6083300"/>
                </a:lnTo>
                <a:lnTo>
                  <a:pt x="7328256" y="6045200"/>
                </a:lnTo>
                <a:lnTo>
                  <a:pt x="7352307" y="6007100"/>
                </a:lnTo>
                <a:lnTo>
                  <a:pt x="7375929" y="5969000"/>
                </a:lnTo>
                <a:lnTo>
                  <a:pt x="7399119" y="5930900"/>
                </a:lnTo>
                <a:lnTo>
                  <a:pt x="7421873" y="5892800"/>
                </a:lnTo>
                <a:lnTo>
                  <a:pt x="7444187" y="5854700"/>
                </a:lnTo>
                <a:lnTo>
                  <a:pt x="7466060" y="5803900"/>
                </a:lnTo>
                <a:lnTo>
                  <a:pt x="7487487" y="5765800"/>
                </a:lnTo>
                <a:lnTo>
                  <a:pt x="7508465" y="5727700"/>
                </a:lnTo>
                <a:lnTo>
                  <a:pt x="7528990" y="5689600"/>
                </a:lnTo>
                <a:lnTo>
                  <a:pt x="7549060" y="5651500"/>
                </a:lnTo>
                <a:lnTo>
                  <a:pt x="7568671" y="5613400"/>
                </a:lnTo>
                <a:lnTo>
                  <a:pt x="7587819" y="5562600"/>
                </a:lnTo>
                <a:lnTo>
                  <a:pt x="7606502" y="5524500"/>
                </a:lnTo>
                <a:lnTo>
                  <a:pt x="7624716" y="5486400"/>
                </a:lnTo>
                <a:lnTo>
                  <a:pt x="7642457" y="5435600"/>
                </a:lnTo>
                <a:lnTo>
                  <a:pt x="7659723" y="5397500"/>
                </a:lnTo>
                <a:lnTo>
                  <a:pt x="7676510" y="5359400"/>
                </a:lnTo>
                <a:lnTo>
                  <a:pt x="7692815" y="5308600"/>
                </a:lnTo>
                <a:lnTo>
                  <a:pt x="7708634" y="5270500"/>
                </a:lnTo>
                <a:lnTo>
                  <a:pt x="7723964" y="5232400"/>
                </a:lnTo>
                <a:lnTo>
                  <a:pt x="7738802" y="5181600"/>
                </a:lnTo>
                <a:lnTo>
                  <a:pt x="7753145" y="5143500"/>
                </a:lnTo>
                <a:lnTo>
                  <a:pt x="7766989" y="5092700"/>
                </a:lnTo>
                <a:lnTo>
                  <a:pt x="7780330" y="5054600"/>
                </a:lnTo>
                <a:lnTo>
                  <a:pt x="7793166" y="5003800"/>
                </a:lnTo>
                <a:lnTo>
                  <a:pt x="7805493" y="4965700"/>
                </a:lnTo>
                <a:lnTo>
                  <a:pt x="7817308" y="4914900"/>
                </a:lnTo>
                <a:lnTo>
                  <a:pt x="7828608" y="4876800"/>
                </a:lnTo>
                <a:lnTo>
                  <a:pt x="7839388" y="4826000"/>
                </a:lnTo>
                <a:lnTo>
                  <a:pt x="7849647" y="4787900"/>
                </a:lnTo>
                <a:lnTo>
                  <a:pt x="7859380" y="4737100"/>
                </a:lnTo>
                <a:lnTo>
                  <a:pt x="7868584" y="4686300"/>
                </a:lnTo>
                <a:lnTo>
                  <a:pt x="7877256" y="4648200"/>
                </a:lnTo>
                <a:lnTo>
                  <a:pt x="7885393" y="4597400"/>
                </a:lnTo>
                <a:lnTo>
                  <a:pt x="7892991" y="4559300"/>
                </a:lnTo>
                <a:lnTo>
                  <a:pt x="7900047" y="4508500"/>
                </a:lnTo>
                <a:lnTo>
                  <a:pt x="7906558" y="4457700"/>
                </a:lnTo>
                <a:lnTo>
                  <a:pt x="7912520" y="4419600"/>
                </a:lnTo>
                <a:lnTo>
                  <a:pt x="7917930" y="4368800"/>
                </a:lnTo>
                <a:lnTo>
                  <a:pt x="7922784" y="4318000"/>
                </a:lnTo>
                <a:lnTo>
                  <a:pt x="7927080" y="4267200"/>
                </a:lnTo>
                <a:lnTo>
                  <a:pt x="7930814" y="4229100"/>
                </a:lnTo>
                <a:lnTo>
                  <a:pt x="7933982" y="4178300"/>
                </a:lnTo>
                <a:lnTo>
                  <a:pt x="7936582" y="4127500"/>
                </a:lnTo>
                <a:lnTo>
                  <a:pt x="7938610" y="4076700"/>
                </a:lnTo>
                <a:lnTo>
                  <a:pt x="7940063" y="4038600"/>
                </a:lnTo>
                <a:lnTo>
                  <a:pt x="7940937" y="3987800"/>
                </a:lnTo>
                <a:lnTo>
                  <a:pt x="7941127" y="3949700"/>
                </a:lnTo>
                <a:lnTo>
                  <a:pt x="7941127" y="3924300"/>
                </a:lnTo>
                <a:lnTo>
                  <a:pt x="4207663" y="0"/>
                </a:lnTo>
                <a:close/>
              </a:path>
              <a:path w="7941309" h="7874000">
                <a:moveTo>
                  <a:pt x="4260385" y="0"/>
                </a:moveTo>
                <a:lnTo>
                  <a:pt x="4207663" y="0"/>
                </a:lnTo>
                <a:lnTo>
                  <a:pt x="7941127" y="3924300"/>
                </a:lnTo>
                <a:lnTo>
                  <a:pt x="7940937" y="3886200"/>
                </a:lnTo>
                <a:lnTo>
                  <a:pt x="7940063" y="3835400"/>
                </a:lnTo>
                <a:lnTo>
                  <a:pt x="7938610" y="3797300"/>
                </a:lnTo>
                <a:lnTo>
                  <a:pt x="7936582" y="3746500"/>
                </a:lnTo>
                <a:lnTo>
                  <a:pt x="7933982" y="3695700"/>
                </a:lnTo>
                <a:lnTo>
                  <a:pt x="7930814" y="3644900"/>
                </a:lnTo>
                <a:lnTo>
                  <a:pt x="7927080" y="3606800"/>
                </a:lnTo>
                <a:lnTo>
                  <a:pt x="7922784" y="3556000"/>
                </a:lnTo>
                <a:lnTo>
                  <a:pt x="7917930" y="3505200"/>
                </a:lnTo>
                <a:lnTo>
                  <a:pt x="7912520" y="3467100"/>
                </a:lnTo>
                <a:lnTo>
                  <a:pt x="7906558" y="3416300"/>
                </a:lnTo>
                <a:lnTo>
                  <a:pt x="7900047" y="3365500"/>
                </a:lnTo>
                <a:lnTo>
                  <a:pt x="7892991" y="3327400"/>
                </a:lnTo>
                <a:lnTo>
                  <a:pt x="7885393" y="3276600"/>
                </a:lnTo>
                <a:lnTo>
                  <a:pt x="7877256" y="3225800"/>
                </a:lnTo>
                <a:lnTo>
                  <a:pt x="7868584" y="3187700"/>
                </a:lnTo>
                <a:lnTo>
                  <a:pt x="7859380" y="3136900"/>
                </a:lnTo>
                <a:lnTo>
                  <a:pt x="7849647" y="3086100"/>
                </a:lnTo>
                <a:lnTo>
                  <a:pt x="7839388" y="3048000"/>
                </a:lnTo>
                <a:lnTo>
                  <a:pt x="7828608" y="2997200"/>
                </a:lnTo>
                <a:lnTo>
                  <a:pt x="7817308" y="2959100"/>
                </a:lnTo>
                <a:lnTo>
                  <a:pt x="7805493" y="2908300"/>
                </a:lnTo>
                <a:lnTo>
                  <a:pt x="7793166" y="2870200"/>
                </a:lnTo>
                <a:lnTo>
                  <a:pt x="7780330" y="2819400"/>
                </a:lnTo>
                <a:lnTo>
                  <a:pt x="7766989" y="2781300"/>
                </a:lnTo>
                <a:lnTo>
                  <a:pt x="7753145" y="2730500"/>
                </a:lnTo>
                <a:lnTo>
                  <a:pt x="7738802" y="2692400"/>
                </a:lnTo>
                <a:lnTo>
                  <a:pt x="7723964" y="2654300"/>
                </a:lnTo>
                <a:lnTo>
                  <a:pt x="7708634" y="2603500"/>
                </a:lnTo>
                <a:lnTo>
                  <a:pt x="7692815" y="2565400"/>
                </a:lnTo>
                <a:lnTo>
                  <a:pt x="7676510" y="2514600"/>
                </a:lnTo>
                <a:lnTo>
                  <a:pt x="7659723" y="2476500"/>
                </a:lnTo>
                <a:lnTo>
                  <a:pt x="7642457" y="2438400"/>
                </a:lnTo>
                <a:lnTo>
                  <a:pt x="7624716" y="2387600"/>
                </a:lnTo>
                <a:lnTo>
                  <a:pt x="7606502" y="2349500"/>
                </a:lnTo>
                <a:lnTo>
                  <a:pt x="7587819" y="2311400"/>
                </a:lnTo>
                <a:lnTo>
                  <a:pt x="7568671" y="2273300"/>
                </a:lnTo>
                <a:lnTo>
                  <a:pt x="7549060" y="2222500"/>
                </a:lnTo>
                <a:lnTo>
                  <a:pt x="7528990" y="2184400"/>
                </a:lnTo>
                <a:lnTo>
                  <a:pt x="7508465" y="2146300"/>
                </a:lnTo>
                <a:lnTo>
                  <a:pt x="7487487" y="2108200"/>
                </a:lnTo>
                <a:lnTo>
                  <a:pt x="7466060" y="2070100"/>
                </a:lnTo>
                <a:lnTo>
                  <a:pt x="7444187" y="2032000"/>
                </a:lnTo>
                <a:lnTo>
                  <a:pt x="7421873" y="1981200"/>
                </a:lnTo>
                <a:lnTo>
                  <a:pt x="7399119" y="1943100"/>
                </a:lnTo>
                <a:lnTo>
                  <a:pt x="7375929" y="1905000"/>
                </a:lnTo>
                <a:lnTo>
                  <a:pt x="7352307" y="1866900"/>
                </a:lnTo>
                <a:lnTo>
                  <a:pt x="7328256" y="1828800"/>
                </a:lnTo>
                <a:lnTo>
                  <a:pt x="7303779" y="1790700"/>
                </a:lnTo>
                <a:lnTo>
                  <a:pt x="7278879" y="1752600"/>
                </a:lnTo>
                <a:lnTo>
                  <a:pt x="7253561" y="1714500"/>
                </a:lnTo>
                <a:lnTo>
                  <a:pt x="7227826" y="1676400"/>
                </a:lnTo>
                <a:lnTo>
                  <a:pt x="7201679" y="1651000"/>
                </a:lnTo>
                <a:lnTo>
                  <a:pt x="7175123" y="1612900"/>
                </a:lnTo>
                <a:lnTo>
                  <a:pt x="7148162" y="1574800"/>
                </a:lnTo>
                <a:lnTo>
                  <a:pt x="7120797" y="1536700"/>
                </a:lnTo>
                <a:lnTo>
                  <a:pt x="7093034" y="1498600"/>
                </a:lnTo>
                <a:lnTo>
                  <a:pt x="7064874" y="1473200"/>
                </a:lnTo>
                <a:lnTo>
                  <a:pt x="7036322" y="1435100"/>
                </a:lnTo>
                <a:lnTo>
                  <a:pt x="7007381" y="1397000"/>
                </a:lnTo>
                <a:lnTo>
                  <a:pt x="6978054" y="1358900"/>
                </a:lnTo>
                <a:lnTo>
                  <a:pt x="6948345" y="1333500"/>
                </a:lnTo>
                <a:lnTo>
                  <a:pt x="6918256" y="1295400"/>
                </a:lnTo>
                <a:lnTo>
                  <a:pt x="6887791" y="1257300"/>
                </a:lnTo>
                <a:lnTo>
                  <a:pt x="6856954" y="1231900"/>
                </a:lnTo>
                <a:lnTo>
                  <a:pt x="6825747" y="1193800"/>
                </a:lnTo>
                <a:lnTo>
                  <a:pt x="6794174" y="1168400"/>
                </a:lnTo>
                <a:lnTo>
                  <a:pt x="6762239" y="1130300"/>
                </a:lnTo>
                <a:lnTo>
                  <a:pt x="6729944" y="1104900"/>
                </a:lnTo>
                <a:lnTo>
                  <a:pt x="6697294" y="1066800"/>
                </a:lnTo>
                <a:lnTo>
                  <a:pt x="6630938" y="1016000"/>
                </a:lnTo>
                <a:lnTo>
                  <a:pt x="6597239" y="977900"/>
                </a:lnTo>
                <a:lnTo>
                  <a:pt x="6528817" y="927100"/>
                </a:lnTo>
                <a:lnTo>
                  <a:pt x="6494100" y="889000"/>
                </a:lnTo>
                <a:lnTo>
                  <a:pt x="6387967" y="812800"/>
                </a:lnTo>
                <a:lnTo>
                  <a:pt x="6315592" y="762000"/>
                </a:lnTo>
                <a:lnTo>
                  <a:pt x="6278929" y="723900"/>
                </a:lnTo>
                <a:lnTo>
                  <a:pt x="6167075" y="647700"/>
                </a:lnTo>
                <a:lnTo>
                  <a:pt x="6129181" y="622300"/>
                </a:lnTo>
                <a:lnTo>
                  <a:pt x="6090987" y="609600"/>
                </a:lnTo>
                <a:lnTo>
                  <a:pt x="5935282" y="508000"/>
                </a:lnTo>
                <a:lnTo>
                  <a:pt x="5895640" y="482600"/>
                </a:lnTo>
                <a:lnTo>
                  <a:pt x="5855718" y="469900"/>
                </a:lnTo>
                <a:lnTo>
                  <a:pt x="5775050" y="419100"/>
                </a:lnTo>
                <a:lnTo>
                  <a:pt x="5734310" y="406400"/>
                </a:lnTo>
                <a:lnTo>
                  <a:pt x="5693304" y="381000"/>
                </a:lnTo>
                <a:lnTo>
                  <a:pt x="5652034" y="368300"/>
                </a:lnTo>
                <a:lnTo>
                  <a:pt x="5610505" y="342900"/>
                </a:lnTo>
                <a:lnTo>
                  <a:pt x="5568720" y="330200"/>
                </a:lnTo>
                <a:lnTo>
                  <a:pt x="5526682" y="304800"/>
                </a:lnTo>
                <a:lnTo>
                  <a:pt x="5441859" y="279400"/>
                </a:lnTo>
                <a:lnTo>
                  <a:pt x="5399082" y="254000"/>
                </a:lnTo>
                <a:lnTo>
                  <a:pt x="5269325" y="215900"/>
                </a:lnTo>
                <a:lnTo>
                  <a:pt x="5225609" y="190500"/>
                </a:lnTo>
                <a:lnTo>
                  <a:pt x="4913442" y="101600"/>
                </a:lnTo>
                <a:lnTo>
                  <a:pt x="4868008" y="101600"/>
                </a:lnTo>
                <a:lnTo>
                  <a:pt x="4730519" y="63500"/>
                </a:lnTo>
                <a:lnTo>
                  <a:pt x="4684305" y="63500"/>
                </a:lnTo>
                <a:lnTo>
                  <a:pt x="4591321" y="38100"/>
                </a:lnTo>
                <a:lnTo>
                  <a:pt x="4544557" y="38100"/>
                </a:lnTo>
                <a:lnTo>
                  <a:pt x="4497617" y="25400"/>
                </a:lnTo>
                <a:lnTo>
                  <a:pt x="4450504" y="25400"/>
                </a:lnTo>
                <a:lnTo>
                  <a:pt x="4403221" y="12700"/>
                </a:lnTo>
                <a:lnTo>
                  <a:pt x="4308158" y="12700"/>
                </a:lnTo>
                <a:lnTo>
                  <a:pt x="4260385" y="0"/>
                </a:lnTo>
                <a:close/>
              </a:path>
              <a:path w="7941309" h="7874000">
                <a:moveTo>
                  <a:pt x="7941127" y="0"/>
                </a:moveTo>
                <a:lnTo>
                  <a:pt x="4260385" y="0"/>
                </a:lnTo>
                <a:lnTo>
                  <a:pt x="4308158" y="12700"/>
                </a:lnTo>
                <a:lnTo>
                  <a:pt x="4403221" y="12700"/>
                </a:lnTo>
                <a:lnTo>
                  <a:pt x="4450504" y="25400"/>
                </a:lnTo>
                <a:lnTo>
                  <a:pt x="4497617" y="25400"/>
                </a:lnTo>
                <a:lnTo>
                  <a:pt x="4544557" y="38100"/>
                </a:lnTo>
                <a:lnTo>
                  <a:pt x="4591321" y="38100"/>
                </a:lnTo>
                <a:lnTo>
                  <a:pt x="4684305" y="63500"/>
                </a:lnTo>
                <a:lnTo>
                  <a:pt x="4730519" y="63500"/>
                </a:lnTo>
                <a:lnTo>
                  <a:pt x="4868008" y="101600"/>
                </a:lnTo>
                <a:lnTo>
                  <a:pt x="4913442" y="101600"/>
                </a:lnTo>
                <a:lnTo>
                  <a:pt x="5225609" y="190500"/>
                </a:lnTo>
                <a:lnTo>
                  <a:pt x="5269325" y="215900"/>
                </a:lnTo>
                <a:lnTo>
                  <a:pt x="5399082" y="254000"/>
                </a:lnTo>
                <a:lnTo>
                  <a:pt x="5441859" y="279400"/>
                </a:lnTo>
                <a:lnTo>
                  <a:pt x="5526682" y="304800"/>
                </a:lnTo>
                <a:lnTo>
                  <a:pt x="5568720" y="330200"/>
                </a:lnTo>
                <a:lnTo>
                  <a:pt x="5610505" y="342900"/>
                </a:lnTo>
                <a:lnTo>
                  <a:pt x="5652034" y="368300"/>
                </a:lnTo>
                <a:lnTo>
                  <a:pt x="5693304" y="381000"/>
                </a:lnTo>
                <a:lnTo>
                  <a:pt x="5734310" y="406400"/>
                </a:lnTo>
                <a:lnTo>
                  <a:pt x="5775050" y="419100"/>
                </a:lnTo>
                <a:lnTo>
                  <a:pt x="5855718" y="469900"/>
                </a:lnTo>
                <a:lnTo>
                  <a:pt x="5895640" y="482600"/>
                </a:lnTo>
                <a:lnTo>
                  <a:pt x="5935282" y="508000"/>
                </a:lnTo>
                <a:lnTo>
                  <a:pt x="6090987" y="609600"/>
                </a:lnTo>
                <a:lnTo>
                  <a:pt x="6129181" y="622300"/>
                </a:lnTo>
                <a:lnTo>
                  <a:pt x="6167075" y="647700"/>
                </a:lnTo>
                <a:lnTo>
                  <a:pt x="6278929" y="723900"/>
                </a:lnTo>
                <a:lnTo>
                  <a:pt x="6315592" y="762000"/>
                </a:lnTo>
                <a:lnTo>
                  <a:pt x="6387967" y="812800"/>
                </a:lnTo>
                <a:lnTo>
                  <a:pt x="6494100" y="889000"/>
                </a:lnTo>
                <a:lnTo>
                  <a:pt x="6528817" y="927100"/>
                </a:lnTo>
                <a:lnTo>
                  <a:pt x="6597239" y="977900"/>
                </a:lnTo>
                <a:lnTo>
                  <a:pt x="6630938" y="1016000"/>
                </a:lnTo>
                <a:lnTo>
                  <a:pt x="6697294" y="1066800"/>
                </a:lnTo>
                <a:lnTo>
                  <a:pt x="6729944" y="1104900"/>
                </a:lnTo>
                <a:lnTo>
                  <a:pt x="6762239" y="1130300"/>
                </a:lnTo>
                <a:lnTo>
                  <a:pt x="6794174" y="1168400"/>
                </a:lnTo>
                <a:lnTo>
                  <a:pt x="6825747" y="1193800"/>
                </a:lnTo>
                <a:lnTo>
                  <a:pt x="6856954" y="1231900"/>
                </a:lnTo>
                <a:lnTo>
                  <a:pt x="6887791" y="1257300"/>
                </a:lnTo>
                <a:lnTo>
                  <a:pt x="6918256" y="1295400"/>
                </a:lnTo>
                <a:lnTo>
                  <a:pt x="6948345" y="1333500"/>
                </a:lnTo>
                <a:lnTo>
                  <a:pt x="6978054" y="1358900"/>
                </a:lnTo>
                <a:lnTo>
                  <a:pt x="7007381" y="1397000"/>
                </a:lnTo>
                <a:lnTo>
                  <a:pt x="7036322" y="1435100"/>
                </a:lnTo>
                <a:lnTo>
                  <a:pt x="7064874" y="1473200"/>
                </a:lnTo>
                <a:lnTo>
                  <a:pt x="7093034" y="1498600"/>
                </a:lnTo>
                <a:lnTo>
                  <a:pt x="7120797" y="1536700"/>
                </a:lnTo>
                <a:lnTo>
                  <a:pt x="7148162" y="1574800"/>
                </a:lnTo>
                <a:lnTo>
                  <a:pt x="7175123" y="1612900"/>
                </a:lnTo>
                <a:lnTo>
                  <a:pt x="7201679" y="1651000"/>
                </a:lnTo>
                <a:lnTo>
                  <a:pt x="7227826" y="1676400"/>
                </a:lnTo>
                <a:lnTo>
                  <a:pt x="7253561" y="1714500"/>
                </a:lnTo>
                <a:lnTo>
                  <a:pt x="7278879" y="1752600"/>
                </a:lnTo>
                <a:lnTo>
                  <a:pt x="7303779" y="1790700"/>
                </a:lnTo>
                <a:lnTo>
                  <a:pt x="7328256" y="1828800"/>
                </a:lnTo>
                <a:lnTo>
                  <a:pt x="7352307" y="1866900"/>
                </a:lnTo>
                <a:lnTo>
                  <a:pt x="7375929" y="1905000"/>
                </a:lnTo>
                <a:lnTo>
                  <a:pt x="7399119" y="1943100"/>
                </a:lnTo>
                <a:lnTo>
                  <a:pt x="7421873" y="1981200"/>
                </a:lnTo>
                <a:lnTo>
                  <a:pt x="7444187" y="2032000"/>
                </a:lnTo>
                <a:lnTo>
                  <a:pt x="7466060" y="2070100"/>
                </a:lnTo>
                <a:lnTo>
                  <a:pt x="7487487" y="2108200"/>
                </a:lnTo>
                <a:lnTo>
                  <a:pt x="7508465" y="2146300"/>
                </a:lnTo>
                <a:lnTo>
                  <a:pt x="7528990" y="2184400"/>
                </a:lnTo>
                <a:lnTo>
                  <a:pt x="7549060" y="2222500"/>
                </a:lnTo>
                <a:lnTo>
                  <a:pt x="7568671" y="2273300"/>
                </a:lnTo>
                <a:lnTo>
                  <a:pt x="7587819" y="2311400"/>
                </a:lnTo>
                <a:lnTo>
                  <a:pt x="7606502" y="2349500"/>
                </a:lnTo>
                <a:lnTo>
                  <a:pt x="7624716" y="2387600"/>
                </a:lnTo>
                <a:lnTo>
                  <a:pt x="7642457" y="2438400"/>
                </a:lnTo>
                <a:lnTo>
                  <a:pt x="7659723" y="2476500"/>
                </a:lnTo>
                <a:lnTo>
                  <a:pt x="7676510" y="2514600"/>
                </a:lnTo>
                <a:lnTo>
                  <a:pt x="7692815" y="2565400"/>
                </a:lnTo>
                <a:lnTo>
                  <a:pt x="7708634" y="2603500"/>
                </a:lnTo>
                <a:lnTo>
                  <a:pt x="7723964" y="2654300"/>
                </a:lnTo>
                <a:lnTo>
                  <a:pt x="7738802" y="2692400"/>
                </a:lnTo>
                <a:lnTo>
                  <a:pt x="7753145" y="2730500"/>
                </a:lnTo>
                <a:lnTo>
                  <a:pt x="7766989" y="2781300"/>
                </a:lnTo>
                <a:lnTo>
                  <a:pt x="7780330" y="2819400"/>
                </a:lnTo>
                <a:lnTo>
                  <a:pt x="7793166" y="2870200"/>
                </a:lnTo>
                <a:lnTo>
                  <a:pt x="7805493" y="2908300"/>
                </a:lnTo>
                <a:lnTo>
                  <a:pt x="7817308" y="2959100"/>
                </a:lnTo>
                <a:lnTo>
                  <a:pt x="7828608" y="2997200"/>
                </a:lnTo>
                <a:lnTo>
                  <a:pt x="7839388" y="3048000"/>
                </a:lnTo>
                <a:lnTo>
                  <a:pt x="7849647" y="3086100"/>
                </a:lnTo>
                <a:lnTo>
                  <a:pt x="7859380" y="3136900"/>
                </a:lnTo>
                <a:lnTo>
                  <a:pt x="7868584" y="3187700"/>
                </a:lnTo>
                <a:lnTo>
                  <a:pt x="7877256" y="3225800"/>
                </a:lnTo>
                <a:lnTo>
                  <a:pt x="7885393" y="3276600"/>
                </a:lnTo>
                <a:lnTo>
                  <a:pt x="7892991" y="3327400"/>
                </a:lnTo>
                <a:lnTo>
                  <a:pt x="7900047" y="3365500"/>
                </a:lnTo>
                <a:lnTo>
                  <a:pt x="7906558" y="3416300"/>
                </a:lnTo>
                <a:lnTo>
                  <a:pt x="7912520" y="3467100"/>
                </a:lnTo>
                <a:lnTo>
                  <a:pt x="7917930" y="3505200"/>
                </a:lnTo>
                <a:lnTo>
                  <a:pt x="7922784" y="3556000"/>
                </a:lnTo>
                <a:lnTo>
                  <a:pt x="7927080" y="3606800"/>
                </a:lnTo>
                <a:lnTo>
                  <a:pt x="7930814" y="3644900"/>
                </a:lnTo>
                <a:lnTo>
                  <a:pt x="7933982" y="3695700"/>
                </a:lnTo>
                <a:lnTo>
                  <a:pt x="7936582" y="3746500"/>
                </a:lnTo>
                <a:lnTo>
                  <a:pt x="7938610" y="3797300"/>
                </a:lnTo>
                <a:lnTo>
                  <a:pt x="7940063" y="3835400"/>
                </a:lnTo>
                <a:lnTo>
                  <a:pt x="7940937" y="3886200"/>
                </a:lnTo>
                <a:lnTo>
                  <a:pt x="7941127" y="3924300"/>
                </a:lnTo>
                <a:lnTo>
                  <a:pt x="79411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673449" y="6519300"/>
            <a:ext cx="3766185" cy="3766820"/>
          </a:xfrm>
          <a:custGeom>
            <a:avLst/>
            <a:gdLst/>
            <a:ahLst/>
            <a:cxnLst/>
            <a:rect l="l" t="t" r="r" b="b"/>
            <a:pathLst>
              <a:path w="3766184" h="3766820">
                <a:moveTo>
                  <a:pt x="0" y="1883100"/>
                </a:moveTo>
                <a:lnTo>
                  <a:pt x="614" y="1834496"/>
                </a:lnTo>
                <a:lnTo>
                  <a:pt x="2449" y="1786195"/>
                </a:lnTo>
                <a:lnTo>
                  <a:pt x="5490" y="1738213"/>
                </a:lnTo>
                <a:lnTo>
                  <a:pt x="9720" y="1690563"/>
                </a:lnTo>
                <a:lnTo>
                  <a:pt x="15126" y="1643262"/>
                </a:lnTo>
                <a:lnTo>
                  <a:pt x="21694" y="1596322"/>
                </a:lnTo>
                <a:lnTo>
                  <a:pt x="29407" y="1549760"/>
                </a:lnTo>
                <a:lnTo>
                  <a:pt x="38251" y="1503589"/>
                </a:lnTo>
                <a:lnTo>
                  <a:pt x="48212" y="1457826"/>
                </a:lnTo>
                <a:lnTo>
                  <a:pt x="59275" y="1412483"/>
                </a:lnTo>
                <a:lnTo>
                  <a:pt x="71425" y="1367578"/>
                </a:lnTo>
                <a:lnTo>
                  <a:pt x="84646" y="1323123"/>
                </a:lnTo>
                <a:lnTo>
                  <a:pt x="98926" y="1279134"/>
                </a:lnTo>
                <a:lnTo>
                  <a:pt x="114247" y="1235627"/>
                </a:lnTo>
                <a:lnTo>
                  <a:pt x="130597" y="1192614"/>
                </a:lnTo>
                <a:lnTo>
                  <a:pt x="147959" y="1150112"/>
                </a:lnTo>
                <a:lnTo>
                  <a:pt x="166320" y="1108135"/>
                </a:lnTo>
                <a:lnTo>
                  <a:pt x="185664" y="1066698"/>
                </a:lnTo>
                <a:lnTo>
                  <a:pt x="205977" y="1025815"/>
                </a:lnTo>
                <a:lnTo>
                  <a:pt x="227243" y="985502"/>
                </a:lnTo>
                <a:lnTo>
                  <a:pt x="249449" y="945773"/>
                </a:lnTo>
                <a:lnTo>
                  <a:pt x="272579" y="906644"/>
                </a:lnTo>
                <a:lnTo>
                  <a:pt x="296618" y="868128"/>
                </a:lnTo>
                <a:lnTo>
                  <a:pt x="321552" y="830240"/>
                </a:lnTo>
                <a:lnTo>
                  <a:pt x="347366" y="792996"/>
                </a:lnTo>
                <a:lnTo>
                  <a:pt x="374045" y="756411"/>
                </a:lnTo>
                <a:lnTo>
                  <a:pt x="401575" y="720498"/>
                </a:lnTo>
                <a:lnTo>
                  <a:pt x="429939" y="685273"/>
                </a:lnTo>
                <a:lnTo>
                  <a:pt x="459125" y="650751"/>
                </a:lnTo>
                <a:lnTo>
                  <a:pt x="489117" y="616946"/>
                </a:lnTo>
                <a:lnTo>
                  <a:pt x="519900" y="583873"/>
                </a:lnTo>
                <a:lnTo>
                  <a:pt x="551459" y="551547"/>
                </a:lnTo>
                <a:lnTo>
                  <a:pt x="583780" y="519982"/>
                </a:lnTo>
                <a:lnTo>
                  <a:pt x="616847" y="489195"/>
                </a:lnTo>
                <a:lnTo>
                  <a:pt x="650647" y="459198"/>
                </a:lnTo>
                <a:lnTo>
                  <a:pt x="685164" y="430008"/>
                </a:lnTo>
                <a:lnTo>
                  <a:pt x="720383" y="401639"/>
                </a:lnTo>
                <a:lnTo>
                  <a:pt x="756290" y="374105"/>
                </a:lnTo>
                <a:lnTo>
                  <a:pt x="792870" y="347421"/>
                </a:lnTo>
                <a:lnTo>
                  <a:pt x="830108" y="321603"/>
                </a:lnTo>
                <a:lnTo>
                  <a:pt x="867989" y="296665"/>
                </a:lnTo>
                <a:lnTo>
                  <a:pt x="906499" y="272622"/>
                </a:lnTo>
                <a:lnTo>
                  <a:pt x="945623" y="249489"/>
                </a:lnTo>
                <a:lnTo>
                  <a:pt x="985345" y="227279"/>
                </a:lnTo>
                <a:lnTo>
                  <a:pt x="1025652" y="206010"/>
                </a:lnTo>
                <a:lnTo>
                  <a:pt x="1066528" y="185694"/>
                </a:lnTo>
                <a:lnTo>
                  <a:pt x="1107958" y="166346"/>
                </a:lnTo>
                <a:lnTo>
                  <a:pt x="1149929" y="147983"/>
                </a:lnTo>
                <a:lnTo>
                  <a:pt x="1192424" y="130618"/>
                </a:lnTo>
                <a:lnTo>
                  <a:pt x="1235430" y="114266"/>
                </a:lnTo>
                <a:lnTo>
                  <a:pt x="1278931" y="98941"/>
                </a:lnTo>
                <a:lnTo>
                  <a:pt x="1322912" y="84660"/>
                </a:lnTo>
                <a:lnTo>
                  <a:pt x="1367360" y="71436"/>
                </a:lnTo>
                <a:lnTo>
                  <a:pt x="1412258" y="59284"/>
                </a:lnTo>
                <a:lnTo>
                  <a:pt x="1457593" y="48220"/>
                </a:lnTo>
                <a:lnTo>
                  <a:pt x="1503350" y="38257"/>
                </a:lnTo>
                <a:lnTo>
                  <a:pt x="1549513" y="29411"/>
                </a:lnTo>
                <a:lnTo>
                  <a:pt x="1596068" y="21697"/>
                </a:lnTo>
                <a:lnTo>
                  <a:pt x="1643000" y="15129"/>
                </a:lnTo>
                <a:lnTo>
                  <a:pt x="1690294" y="9722"/>
                </a:lnTo>
                <a:lnTo>
                  <a:pt x="1737936" y="5490"/>
                </a:lnTo>
                <a:lnTo>
                  <a:pt x="1785911" y="2450"/>
                </a:lnTo>
                <a:lnTo>
                  <a:pt x="1834204" y="615"/>
                </a:lnTo>
                <a:lnTo>
                  <a:pt x="1882800" y="0"/>
                </a:lnTo>
                <a:lnTo>
                  <a:pt x="1931395" y="615"/>
                </a:lnTo>
                <a:lnTo>
                  <a:pt x="1979688" y="2450"/>
                </a:lnTo>
                <a:lnTo>
                  <a:pt x="2027663" y="5490"/>
                </a:lnTo>
                <a:lnTo>
                  <a:pt x="2075305" y="9722"/>
                </a:lnTo>
                <a:lnTo>
                  <a:pt x="2122599" y="15129"/>
                </a:lnTo>
                <a:lnTo>
                  <a:pt x="2169531" y="21697"/>
                </a:lnTo>
                <a:lnTo>
                  <a:pt x="2216086" y="29411"/>
                </a:lnTo>
                <a:lnTo>
                  <a:pt x="2262249" y="38257"/>
                </a:lnTo>
                <a:lnTo>
                  <a:pt x="2308006" y="48220"/>
                </a:lnTo>
                <a:lnTo>
                  <a:pt x="2353341" y="59284"/>
                </a:lnTo>
                <a:lnTo>
                  <a:pt x="2398239" y="71436"/>
                </a:lnTo>
                <a:lnTo>
                  <a:pt x="2442687" y="84660"/>
                </a:lnTo>
                <a:lnTo>
                  <a:pt x="2486668" y="98941"/>
                </a:lnTo>
                <a:lnTo>
                  <a:pt x="2530169" y="114266"/>
                </a:lnTo>
                <a:lnTo>
                  <a:pt x="2573175" y="130618"/>
                </a:lnTo>
                <a:lnTo>
                  <a:pt x="2615670" y="147983"/>
                </a:lnTo>
                <a:lnTo>
                  <a:pt x="2657641" y="166346"/>
                </a:lnTo>
                <a:lnTo>
                  <a:pt x="2699071" y="185694"/>
                </a:lnTo>
                <a:lnTo>
                  <a:pt x="2739947" y="206010"/>
                </a:lnTo>
                <a:lnTo>
                  <a:pt x="2780254" y="227279"/>
                </a:lnTo>
                <a:lnTo>
                  <a:pt x="2819976" y="249489"/>
                </a:lnTo>
                <a:lnTo>
                  <a:pt x="2859100" y="272622"/>
                </a:lnTo>
                <a:lnTo>
                  <a:pt x="2897610" y="296665"/>
                </a:lnTo>
                <a:lnTo>
                  <a:pt x="2935491" y="321603"/>
                </a:lnTo>
                <a:lnTo>
                  <a:pt x="2972729" y="347421"/>
                </a:lnTo>
                <a:lnTo>
                  <a:pt x="3009309" y="374105"/>
                </a:lnTo>
                <a:lnTo>
                  <a:pt x="3045216" y="401639"/>
                </a:lnTo>
                <a:lnTo>
                  <a:pt x="3080435" y="430008"/>
                </a:lnTo>
                <a:lnTo>
                  <a:pt x="3114952" y="459198"/>
                </a:lnTo>
                <a:lnTo>
                  <a:pt x="3148752" y="489195"/>
                </a:lnTo>
                <a:lnTo>
                  <a:pt x="3181819" y="519982"/>
                </a:lnTo>
                <a:lnTo>
                  <a:pt x="3214140" y="551547"/>
                </a:lnTo>
                <a:lnTo>
                  <a:pt x="3245700" y="583873"/>
                </a:lnTo>
                <a:lnTo>
                  <a:pt x="3276482" y="616946"/>
                </a:lnTo>
                <a:lnTo>
                  <a:pt x="3306474" y="650751"/>
                </a:lnTo>
                <a:lnTo>
                  <a:pt x="3335660" y="685273"/>
                </a:lnTo>
                <a:lnTo>
                  <a:pt x="3364025" y="720498"/>
                </a:lnTo>
                <a:lnTo>
                  <a:pt x="3391554" y="756411"/>
                </a:lnTo>
                <a:lnTo>
                  <a:pt x="3418233" y="792996"/>
                </a:lnTo>
                <a:lnTo>
                  <a:pt x="3444047" y="830240"/>
                </a:lnTo>
                <a:lnTo>
                  <a:pt x="3468981" y="868128"/>
                </a:lnTo>
                <a:lnTo>
                  <a:pt x="3493020" y="906644"/>
                </a:lnTo>
                <a:lnTo>
                  <a:pt x="3516150" y="945773"/>
                </a:lnTo>
                <a:lnTo>
                  <a:pt x="3538356" y="985502"/>
                </a:lnTo>
                <a:lnTo>
                  <a:pt x="3559622" y="1025815"/>
                </a:lnTo>
                <a:lnTo>
                  <a:pt x="3579935" y="1066698"/>
                </a:lnTo>
                <a:lnTo>
                  <a:pt x="3599279" y="1108135"/>
                </a:lnTo>
                <a:lnTo>
                  <a:pt x="3617640" y="1150112"/>
                </a:lnTo>
                <a:lnTo>
                  <a:pt x="3635002" y="1192614"/>
                </a:lnTo>
                <a:lnTo>
                  <a:pt x="3651352" y="1235627"/>
                </a:lnTo>
                <a:lnTo>
                  <a:pt x="3666673" y="1279134"/>
                </a:lnTo>
                <a:lnTo>
                  <a:pt x="3680953" y="1323123"/>
                </a:lnTo>
                <a:lnTo>
                  <a:pt x="3694174" y="1367578"/>
                </a:lnTo>
                <a:lnTo>
                  <a:pt x="3706324" y="1412483"/>
                </a:lnTo>
                <a:lnTo>
                  <a:pt x="3717387" y="1457826"/>
                </a:lnTo>
                <a:lnTo>
                  <a:pt x="3727348" y="1503589"/>
                </a:lnTo>
                <a:lnTo>
                  <a:pt x="3736192" y="1549760"/>
                </a:lnTo>
                <a:lnTo>
                  <a:pt x="3743905" y="1596322"/>
                </a:lnTo>
                <a:lnTo>
                  <a:pt x="3750473" y="1643262"/>
                </a:lnTo>
                <a:lnTo>
                  <a:pt x="3755879" y="1690563"/>
                </a:lnTo>
                <a:lnTo>
                  <a:pt x="3760109" y="1738213"/>
                </a:lnTo>
                <a:lnTo>
                  <a:pt x="3763150" y="1786195"/>
                </a:lnTo>
                <a:lnTo>
                  <a:pt x="3764985" y="1834496"/>
                </a:lnTo>
                <a:lnTo>
                  <a:pt x="3765600" y="1883100"/>
                </a:lnTo>
                <a:lnTo>
                  <a:pt x="3764985" y="1931703"/>
                </a:lnTo>
                <a:lnTo>
                  <a:pt x="3763150" y="1980004"/>
                </a:lnTo>
                <a:lnTo>
                  <a:pt x="3760109" y="2027986"/>
                </a:lnTo>
                <a:lnTo>
                  <a:pt x="3755879" y="2075635"/>
                </a:lnTo>
                <a:lnTo>
                  <a:pt x="3750473" y="2122937"/>
                </a:lnTo>
                <a:lnTo>
                  <a:pt x="3743905" y="2169877"/>
                </a:lnTo>
                <a:lnTo>
                  <a:pt x="3736192" y="2216439"/>
                </a:lnTo>
                <a:lnTo>
                  <a:pt x="3727348" y="2262610"/>
                </a:lnTo>
                <a:lnTo>
                  <a:pt x="3717387" y="2308373"/>
                </a:lnTo>
                <a:lnTo>
                  <a:pt x="3706324" y="2353715"/>
                </a:lnTo>
                <a:lnTo>
                  <a:pt x="3694174" y="2398621"/>
                </a:lnTo>
                <a:lnTo>
                  <a:pt x="3680953" y="2443076"/>
                </a:lnTo>
                <a:lnTo>
                  <a:pt x="3666673" y="2487064"/>
                </a:lnTo>
                <a:lnTo>
                  <a:pt x="3651352" y="2530572"/>
                </a:lnTo>
                <a:lnTo>
                  <a:pt x="3635002" y="2573585"/>
                </a:lnTo>
                <a:lnTo>
                  <a:pt x="3617640" y="2616087"/>
                </a:lnTo>
                <a:lnTo>
                  <a:pt x="3599279" y="2658064"/>
                </a:lnTo>
                <a:lnTo>
                  <a:pt x="3579935" y="2699501"/>
                </a:lnTo>
                <a:lnTo>
                  <a:pt x="3559622" y="2740384"/>
                </a:lnTo>
                <a:lnTo>
                  <a:pt x="3538356" y="2780697"/>
                </a:lnTo>
                <a:lnTo>
                  <a:pt x="3516150" y="2820425"/>
                </a:lnTo>
                <a:lnTo>
                  <a:pt x="3493020" y="2859555"/>
                </a:lnTo>
                <a:lnTo>
                  <a:pt x="3468981" y="2898071"/>
                </a:lnTo>
                <a:lnTo>
                  <a:pt x="3444047" y="2935958"/>
                </a:lnTo>
                <a:lnTo>
                  <a:pt x="3418233" y="2973202"/>
                </a:lnTo>
                <a:lnTo>
                  <a:pt x="3391554" y="3009788"/>
                </a:lnTo>
                <a:lnTo>
                  <a:pt x="3364025" y="3045701"/>
                </a:lnTo>
                <a:lnTo>
                  <a:pt x="3335660" y="3080926"/>
                </a:lnTo>
                <a:lnTo>
                  <a:pt x="3306474" y="3115448"/>
                </a:lnTo>
                <a:lnTo>
                  <a:pt x="3276482" y="3149253"/>
                </a:lnTo>
                <a:lnTo>
                  <a:pt x="3245700" y="3182326"/>
                </a:lnTo>
                <a:lnTo>
                  <a:pt x="3214140" y="3214652"/>
                </a:lnTo>
                <a:lnTo>
                  <a:pt x="3181819" y="3246216"/>
                </a:lnTo>
                <a:lnTo>
                  <a:pt x="3148752" y="3277004"/>
                </a:lnTo>
                <a:lnTo>
                  <a:pt x="3114952" y="3307001"/>
                </a:lnTo>
                <a:lnTo>
                  <a:pt x="3080435" y="3336191"/>
                </a:lnTo>
                <a:lnTo>
                  <a:pt x="3045216" y="3364560"/>
                </a:lnTo>
                <a:lnTo>
                  <a:pt x="3009309" y="3392094"/>
                </a:lnTo>
                <a:lnTo>
                  <a:pt x="2972729" y="3418777"/>
                </a:lnTo>
                <a:lnTo>
                  <a:pt x="2935491" y="3444596"/>
                </a:lnTo>
                <a:lnTo>
                  <a:pt x="2897610" y="3469534"/>
                </a:lnTo>
                <a:lnTo>
                  <a:pt x="2859100" y="3493577"/>
                </a:lnTo>
                <a:lnTo>
                  <a:pt x="2819976" y="3516710"/>
                </a:lnTo>
                <a:lnTo>
                  <a:pt x="2780254" y="3538919"/>
                </a:lnTo>
                <a:lnTo>
                  <a:pt x="2739947" y="3560189"/>
                </a:lnTo>
                <a:lnTo>
                  <a:pt x="2699071" y="3580505"/>
                </a:lnTo>
                <a:lnTo>
                  <a:pt x="2657641" y="3599853"/>
                </a:lnTo>
                <a:lnTo>
                  <a:pt x="2615670" y="3618216"/>
                </a:lnTo>
                <a:lnTo>
                  <a:pt x="2573175" y="3635581"/>
                </a:lnTo>
                <a:lnTo>
                  <a:pt x="2530169" y="3651933"/>
                </a:lnTo>
                <a:lnTo>
                  <a:pt x="2486668" y="3667258"/>
                </a:lnTo>
                <a:lnTo>
                  <a:pt x="2442687" y="3681539"/>
                </a:lnTo>
                <a:lnTo>
                  <a:pt x="2398239" y="3694763"/>
                </a:lnTo>
                <a:lnTo>
                  <a:pt x="2353341" y="3706915"/>
                </a:lnTo>
                <a:lnTo>
                  <a:pt x="2308006" y="3717979"/>
                </a:lnTo>
                <a:lnTo>
                  <a:pt x="2262249" y="3727942"/>
                </a:lnTo>
                <a:lnTo>
                  <a:pt x="2216086" y="3736788"/>
                </a:lnTo>
                <a:lnTo>
                  <a:pt x="2169531" y="3744502"/>
                </a:lnTo>
                <a:lnTo>
                  <a:pt x="2122599" y="3751070"/>
                </a:lnTo>
                <a:lnTo>
                  <a:pt x="2075305" y="3756477"/>
                </a:lnTo>
                <a:lnTo>
                  <a:pt x="2027663" y="3760709"/>
                </a:lnTo>
                <a:lnTo>
                  <a:pt x="1979688" y="3763749"/>
                </a:lnTo>
                <a:lnTo>
                  <a:pt x="1931395" y="3765585"/>
                </a:lnTo>
                <a:lnTo>
                  <a:pt x="1882800" y="3766200"/>
                </a:lnTo>
                <a:lnTo>
                  <a:pt x="1834204" y="3765585"/>
                </a:lnTo>
                <a:lnTo>
                  <a:pt x="1785911" y="3763749"/>
                </a:lnTo>
                <a:lnTo>
                  <a:pt x="1737936" y="3760709"/>
                </a:lnTo>
                <a:lnTo>
                  <a:pt x="1690294" y="3756477"/>
                </a:lnTo>
                <a:lnTo>
                  <a:pt x="1643000" y="3751070"/>
                </a:lnTo>
                <a:lnTo>
                  <a:pt x="1596068" y="3744502"/>
                </a:lnTo>
                <a:lnTo>
                  <a:pt x="1549513" y="3736788"/>
                </a:lnTo>
                <a:lnTo>
                  <a:pt x="1503350" y="3727942"/>
                </a:lnTo>
                <a:lnTo>
                  <a:pt x="1457593" y="3717979"/>
                </a:lnTo>
                <a:lnTo>
                  <a:pt x="1412258" y="3706915"/>
                </a:lnTo>
                <a:lnTo>
                  <a:pt x="1367360" y="3694763"/>
                </a:lnTo>
                <a:lnTo>
                  <a:pt x="1322912" y="3681539"/>
                </a:lnTo>
                <a:lnTo>
                  <a:pt x="1278931" y="3667258"/>
                </a:lnTo>
                <a:lnTo>
                  <a:pt x="1235430" y="3651933"/>
                </a:lnTo>
                <a:lnTo>
                  <a:pt x="1192424" y="3635581"/>
                </a:lnTo>
                <a:lnTo>
                  <a:pt x="1149929" y="3618216"/>
                </a:lnTo>
                <a:lnTo>
                  <a:pt x="1107958" y="3599853"/>
                </a:lnTo>
                <a:lnTo>
                  <a:pt x="1066528" y="3580505"/>
                </a:lnTo>
                <a:lnTo>
                  <a:pt x="1025652" y="3560189"/>
                </a:lnTo>
                <a:lnTo>
                  <a:pt x="985345" y="3538919"/>
                </a:lnTo>
                <a:lnTo>
                  <a:pt x="945623" y="3516710"/>
                </a:lnTo>
                <a:lnTo>
                  <a:pt x="906499" y="3493577"/>
                </a:lnTo>
                <a:lnTo>
                  <a:pt x="867989" y="3469534"/>
                </a:lnTo>
                <a:lnTo>
                  <a:pt x="830108" y="3444596"/>
                </a:lnTo>
                <a:lnTo>
                  <a:pt x="792870" y="3418777"/>
                </a:lnTo>
                <a:lnTo>
                  <a:pt x="756290" y="3392094"/>
                </a:lnTo>
                <a:lnTo>
                  <a:pt x="720383" y="3364560"/>
                </a:lnTo>
                <a:lnTo>
                  <a:pt x="685164" y="3336191"/>
                </a:lnTo>
                <a:lnTo>
                  <a:pt x="650647" y="3307001"/>
                </a:lnTo>
                <a:lnTo>
                  <a:pt x="616847" y="3277004"/>
                </a:lnTo>
                <a:lnTo>
                  <a:pt x="583780" y="3246216"/>
                </a:lnTo>
                <a:lnTo>
                  <a:pt x="551459" y="3214652"/>
                </a:lnTo>
                <a:lnTo>
                  <a:pt x="519900" y="3182326"/>
                </a:lnTo>
                <a:lnTo>
                  <a:pt x="489117" y="3149253"/>
                </a:lnTo>
                <a:lnTo>
                  <a:pt x="459125" y="3115448"/>
                </a:lnTo>
                <a:lnTo>
                  <a:pt x="429939" y="3080926"/>
                </a:lnTo>
                <a:lnTo>
                  <a:pt x="401575" y="3045701"/>
                </a:lnTo>
                <a:lnTo>
                  <a:pt x="374045" y="3009788"/>
                </a:lnTo>
                <a:lnTo>
                  <a:pt x="347366" y="2973202"/>
                </a:lnTo>
                <a:lnTo>
                  <a:pt x="321552" y="2935958"/>
                </a:lnTo>
                <a:lnTo>
                  <a:pt x="296618" y="2898071"/>
                </a:lnTo>
                <a:lnTo>
                  <a:pt x="272579" y="2859555"/>
                </a:lnTo>
                <a:lnTo>
                  <a:pt x="249449" y="2820425"/>
                </a:lnTo>
                <a:lnTo>
                  <a:pt x="227243" y="2780697"/>
                </a:lnTo>
                <a:lnTo>
                  <a:pt x="205977" y="2740384"/>
                </a:lnTo>
                <a:lnTo>
                  <a:pt x="185664" y="2699501"/>
                </a:lnTo>
                <a:lnTo>
                  <a:pt x="166320" y="2658064"/>
                </a:lnTo>
                <a:lnTo>
                  <a:pt x="147959" y="2616087"/>
                </a:lnTo>
                <a:lnTo>
                  <a:pt x="130597" y="2573585"/>
                </a:lnTo>
                <a:lnTo>
                  <a:pt x="114247" y="2530572"/>
                </a:lnTo>
                <a:lnTo>
                  <a:pt x="98926" y="2487064"/>
                </a:lnTo>
                <a:lnTo>
                  <a:pt x="84646" y="2443076"/>
                </a:lnTo>
                <a:lnTo>
                  <a:pt x="71425" y="2398621"/>
                </a:lnTo>
                <a:lnTo>
                  <a:pt x="59275" y="2353715"/>
                </a:lnTo>
                <a:lnTo>
                  <a:pt x="48212" y="2308373"/>
                </a:lnTo>
                <a:lnTo>
                  <a:pt x="38251" y="2262610"/>
                </a:lnTo>
                <a:lnTo>
                  <a:pt x="29407" y="2216439"/>
                </a:lnTo>
                <a:lnTo>
                  <a:pt x="21694" y="2169877"/>
                </a:lnTo>
                <a:lnTo>
                  <a:pt x="15126" y="2122937"/>
                </a:lnTo>
                <a:lnTo>
                  <a:pt x="9720" y="2075635"/>
                </a:lnTo>
                <a:lnTo>
                  <a:pt x="5490" y="2027986"/>
                </a:lnTo>
                <a:lnTo>
                  <a:pt x="2449" y="1980004"/>
                </a:lnTo>
                <a:lnTo>
                  <a:pt x="614" y="1931703"/>
                </a:lnTo>
                <a:lnTo>
                  <a:pt x="0" y="18831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solidFill>
            <a:srgbClr val="4BD0A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79467" y="9655436"/>
            <a:ext cx="246951" cy="25267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7479467" y="9377474"/>
            <a:ext cx="246951" cy="2526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7749571" y="9377474"/>
            <a:ext cx="246951" cy="252696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749571" y="9655436"/>
            <a:ext cx="246951" cy="252679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0346872" y="4262"/>
            <a:ext cx="7941309" cy="7874000"/>
          </a:xfrm>
          <a:custGeom>
            <a:avLst/>
            <a:gdLst/>
            <a:ahLst/>
            <a:cxnLst/>
            <a:rect l="l" t="t" r="r" b="b"/>
            <a:pathLst>
              <a:path w="7941309" h="7874000">
                <a:moveTo>
                  <a:pt x="4308158" y="7861300"/>
                </a:moveTo>
                <a:lnTo>
                  <a:pt x="3632991" y="7861300"/>
                </a:lnTo>
                <a:lnTo>
                  <a:pt x="3680764" y="7874000"/>
                </a:lnTo>
                <a:lnTo>
                  <a:pt x="4260385" y="7874000"/>
                </a:lnTo>
                <a:lnTo>
                  <a:pt x="4308158" y="7861300"/>
                </a:lnTo>
                <a:close/>
              </a:path>
              <a:path w="7941309" h="7874000">
                <a:moveTo>
                  <a:pt x="4450504" y="7848600"/>
                </a:moveTo>
                <a:lnTo>
                  <a:pt x="3490645" y="7848600"/>
                </a:lnTo>
                <a:lnTo>
                  <a:pt x="3537928" y="7861300"/>
                </a:lnTo>
                <a:lnTo>
                  <a:pt x="4403221" y="7861300"/>
                </a:lnTo>
                <a:lnTo>
                  <a:pt x="4450504" y="7848600"/>
                </a:lnTo>
                <a:close/>
              </a:path>
              <a:path w="7941309" h="7874000">
                <a:moveTo>
                  <a:pt x="4544557" y="7835900"/>
                </a:moveTo>
                <a:lnTo>
                  <a:pt x="3396592" y="7835900"/>
                </a:lnTo>
                <a:lnTo>
                  <a:pt x="3443532" y="7848600"/>
                </a:lnTo>
                <a:lnTo>
                  <a:pt x="4497617" y="7848600"/>
                </a:lnTo>
                <a:lnTo>
                  <a:pt x="4544557" y="7835900"/>
                </a:lnTo>
                <a:close/>
              </a:path>
              <a:path w="7941309" h="7874000">
                <a:moveTo>
                  <a:pt x="4684305" y="7810500"/>
                </a:moveTo>
                <a:lnTo>
                  <a:pt x="3256845" y="7810500"/>
                </a:lnTo>
                <a:lnTo>
                  <a:pt x="3349829" y="7835900"/>
                </a:lnTo>
                <a:lnTo>
                  <a:pt x="4591321" y="7835900"/>
                </a:lnTo>
                <a:lnTo>
                  <a:pt x="4684305" y="7810500"/>
                </a:lnTo>
                <a:close/>
              </a:path>
              <a:path w="7941309" h="7874000">
                <a:moveTo>
                  <a:pt x="4822373" y="7785100"/>
                </a:moveTo>
                <a:lnTo>
                  <a:pt x="3118777" y="7785100"/>
                </a:lnTo>
                <a:lnTo>
                  <a:pt x="3210632" y="7810500"/>
                </a:lnTo>
                <a:lnTo>
                  <a:pt x="4730519" y="7810500"/>
                </a:lnTo>
                <a:lnTo>
                  <a:pt x="4822373" y="7785100"/>
                </a:lnTo>
                <a:close/>
              </a:path>
              <a:path w="7941309" h="7874000">
                <a:moveTo>
                  <a:pt x="4207663" y="0"/>
                </a:moveTo>
                <a:lnTo>
                  <a:pt x="3680764" y="0"/>
                </a:lnTo>
                <a:lnTo>
                  <a:pt x="3632991" y="12700"/>
                </a:lnTo>
                <a:lnTo>
                  <a:pt x="3537928" y="12700"/>
                </a:lnTo>
                <a:lnTo>
                  <a:pt x="3490645" y="25400"/>
                </a:lnTo>
                <a:lnTo>
                  <a:pt x="3443532" y="25400"/>
                </a:lnTo>
                <a:lnTo>
                  <a:pt x="3396592" y="38100"/>
                </a:lnTo>
                <a:lnTo>
                  <a:pt x="3349829" y="38100"/>
                </a:lnTo>
                <a:lnTo>
                  <a:pt x="3256845" y="63500"/>
                </a:lnTo>
                <a:lnTo>
                  <a:pt x="3210632" y="63500"/>
                </a:lnTo>
                <a:lnTo>
                  <a:pt x="3073143" y="101600"/>
                </a:lnTo>
                <a:lnTo>
                  <a:pt x="3027709" y="101600"/>
                </a:lnTo>
                <a:lnTo>
                  <a:pt x="2715543" y="190500"/>
                </a:lnTo>
                <a:lnTo>
                  <a:pt x="2671827" y="215900"/>
                </a:lnTo>
                <a:lnTo>
                  <a:pt x="2542070" y="254000"/>
                </a:lnTo>
                <a:lnTo>
                  <a:pt x="2499293" y="279400"/>
                </a:lnTo>
                <a:lnTo>
                  <a:pt x="2414471" y="304800"/>
                </a:lnTo>
                <a:lnTo>
                  <a:pt x="2372432" y="330200"/>
                </a:lnTo>
                <a:lnTo>
                  <a:pt x="2330647" y="342900"/>
                </a:lnTo>
                <a:lnTo>
                  <a:pt x="2289118" y="368300"/>
                </a:lnTo>
                <a:lnTo>
                  <a:pt x="2247849" y="381000"/>
                </a:lnTo>
                <a:lnTo>
                  <a:pt x="2206843" y="406400"/>
                </a:lnTo>
                <a:lnTo>
                  <a:pt x="2166102" y="419100"/>
                </a:lnTo>
                <a:lnTo>
                  <a:pt x="2085434" y="469900"/>
                </a:lnTo>
                <a:lnTo>
                  <a:pt x="2045513" y="482600"/>
                </a:lnTo>
                <a:lnTo>
                  <a:pt x="2005871" y="508000"/>
                </a:lnTo>
                <a:lnTo>
                  <a:pt x="1850167" y="609600"/>
                </a:lnTo>
                <a:lnTo>
                  <a:pt x="1811973" y="622300"/>
                </a:lnTo>
                <a:lnTo>
                  <a:pt x="1774078" y="647700"/>
                </a:lnTo>
                <a:lnTo>
                  <a:pt x="1662225" y="723900"/>
                </a:lnTo>
                <a:lnTo>
                  <a:pt x="1625562" y="762000"/>
                </a:lnTo>
                <a:lnTo>
                  <a:pt x="1553187" y="812800"/>
                </a:lnTo>
                <a:lnTo>
                  <a:pt x="1447053" y="889000"/>
                </a:lnTo>
                <a:lnTo>
                  <a:pt x="1412337" y="927100"/>
                </a:lnTo>
                <a:lnTo>
                  <a:pt x="1343915" y="977900"/>
                </a:lnTo>
                <a:lnTo>
                  <a:pt x="1310216" y="1016000"/>
                </a:lnTo>
                <a:lnTo>
                  <a:pt x="1243860" y="1066800"/>
                </a:lnTo>
                <a:lnTo>
                  <a:pt x="1211210" y="1104900"/>
                </a:lnTo>
                <a:lnTo>
                  <a:pt x="1178915" y="1130300"/>
                </a:lnTo>
                <a:lnTo>
                  <a:pt x="1146980" y="1168400"/>
                </a:lnTo>
                <a:lnTo>
                  <a:pt x="1115408" y="1193800"/>
                </a:lnTo>
                <a:lnTo>
                  <a:pt x="1084201" y="1231900"/>
                </a:lnTo>
                <a:lnTo>
                  <a:pt x="1053364" y="1257300"/>
                </a:lnTo>
                <a:lnTo>
                  <a:pt x="1022899" y="1295400"/>
                </a:lnTo>
                <a:lnTo>
                  <a:pt x="992810" y="1333500"/>
                </a:lnTo>
                <a:lnTo>
                  <a:pt x="963100" y="1358900"/>
                </a:lnTo>
                <a:lnTo>
                  <a:pt x="933773" y="1397000"/>
                </a:lnTo>
                <a:lnTo>
                  <a:pt x="904832" y="1435100"/>
                </a:lnTo>
                <a:lnTo>
                  <a:pt x="876280" y="1473200"/>
                </a:lnTo>
                <a:lnTo>
                  <a:pt x="848121" y="1498600"/>
                </a:lnTo>
                <a:lnTo>
                  <a:pt x="820358" y="1536700"/>
                </a:lnTo>
                <a:lnTo>
                  <a:pt x="792993" y="1574800"/>
                </a:lnTo>
                <a:lnTo>
                  <a:pt x="766031" y="1612900"/>
                </a:lnTo>
                <a:lnTo>
                  <a:pt x="739475" y="1651000"/>
                </a:lnTo>
                <a:lnTo>
                  <a:pt x="713329" y="1676400"/>
                </a:lnTo>
                <a:lnTo>
                  <a:pt x="687594" y="1714500"/>
                </a:lnTo>
                <a:lnTo>
                  <a:pt x="662276" y="1752600"/>
                </a:lnTo>
                <a:lnTo>
                  <a:pt x="637376" y="1790700"/>
                </a:lnTo>
                <a:lnTo>
                  <a:pt x="612899" y="1828800"/>
                </a:lnTo>
                <a:lnTo>
                  <a:pt x="588848" y="1866900"/>
                </a:lnTo>
                <a:lnTo>
                  <a:pt x="565226" y="1905000"/>
                </a:lnTo>
                <a:lnTo>
                  <a:pt x="542037" y="1943100"/>
                </a:lnTo>
                <a:lnTo>
                  <a:pt x="519283" y="1981200"/>
                </a:lnTo>
                <a:lnTo>
                  <a:pt x="496968" y="2032000"/>
                </a:lnTo>
                <a:lnTo>
                  <a:pt x="475095" y="2070100"/>
                </a:lnTo>
                <a:lnTo>
                  <a:pt x="453668" y="2108200"/>
                </a:lnTo>
                <a:lnTo>
                  <a:pt x="432691" y="2146300"/>
                </a:lnTo>
                <a:lnTo>
                  <a:pt x="412165" y="2184400"/>
                </a:lnTo>
                <a:lnTo>
                  <a:pt x="392095" y="2222500"/>
                </a:lnTo>
                <a:lnTo>
                  <a:pt x="372485" y="2273300"/>
                </a:lnTo>
                <a:lnTo>
                  <a:pt x="353336" y="2311400"/>
                </a:lnTo>
                <a:lnTo>
                  <a:pt x="334653" y="2349500"/>
                </a:lnTo>
                <a:lnTo>
                  <a:pt x="316440" y="2387600"/>
                </a:lnTo>
                <a:lnTo>
                  <a:pt x="298698" y="2438400"/>
                </a:lnTo>
                <a:lnTo>
                  <a:pt x="281432" y="2476500"/>
                </a:lnTo>
                <a:lnTo>
                  <a:pt x="264645" y="2514600"/>
                </a:lnTo>
                <a:lnTo>
                  <a:pt x="248340" y="2565400"/>
                </a:lnTo>
                <a:lnTo>
                  <a:pt x="232521" y="2603500"/>
                </a:lnTo>
                <a:lnTo>
                  <a:pt x="217191" y="2654300"/>
                </a:lnTo>
                <a:lnTo>
                  <a:pt x="202353" y="2692400"/>
                </a:lnTo>
                <a:lnTo>
                  <a:pt x="188010" y="2730500"/>
                </a:lnTo>
                <a:lnTo>
                  <a:pt x="174167" y="2781300"/>
                </a:lnTo>
                <a:lnTo>
                  <a:pt x="160825" y="2819400"/>
                </a:lnTo>
                <a:lnTo>
                  <a:pt x="147989" y="2870200"/>
                </a:lnTo>
                <a:lnTo>
                  <a:pt x="135662" y="2908300"/>
                </a:lnTo>
                <a:lnTo>
                  <a:pt x="123847" y="2959100"/>
                </a:lnTo>
                <a:lnTo>
                  <a:pt x="112548" y="2997200"/>
                </a:lnTo>
                <a:lnTo>
                  <a:pt x="101767" y="3048000"/>
                </a:lnTo>
                <a:lnTo>
                  <a:pt x="91509" y="3086100"/>
                </a:lnTo>
                <a:lnTo>
                  <a:pt x="81775" y="3136900"/>
                </a:lnTo>
                <a:lnTo>
                  <a:pt x="72571" y="3187700"/>
                </a:lnTo>
                <a:lnTo>
                  <a:pt x="63899" y="3225800"/>
                </a:lnTo>
                <a:lnTo>
                  <a:pt x="55762" y="3276600"/>
                </a:lnTo>
                <a:lnTo>
                  <a:pt x="48164" y="3327400"/>
                </a:lnTo>
                <a:lnTo>
                  <a:pt x="41108" y="3365500"/>
                </a:lnTo>
                <a:lnTo>
                  <a:pt x="34597" y="3416300"/>
                </a:lnTo>
                <a:lnTo>
                  <a:pt x="28636" y="3467100"/>
                </a:lnTo>
                <a:lnTo>
                  <a:pt x="23226" y="3505200"/>
                </a:lnTo>
                <a:lnTo>
                  <a:pt x="18371" y="3556000"/>
                </a:lnTo>
                <a:lnTo>
                  <a:pt x="14075" y="3606800"/>
                </a:lnTo>
                <a:lnTo>
                  <a:pt x="10342" y="3644900"/>
                </a:lnTo>
                <a:lnTo>
                  <a:pt x="7173" y="3695700"/>
                </a:lnTo>
                <a:lnTo>
                  <a:pt x="4573" y="3746500"/>
                </a:lnTo>
                <a:lnTo>
                  <a:pt x="2545" y="3797300"/>
                </a:lnTo>
                <a:lnTo>
                  <a:pt x="1093" y="3835400"/>
                </a:lnTo>
                <a:lnTo>
                  <a:pt x="219" y="3886200"/>
                </a:lnTo>
                <a:lnTo>
                  <a:pt x="0" y="3924300"/>
                </a:lnTo>
                <a:lnTo>
                  <a:pt x="0" y="3949700"/>
                </a:lnTo>
                <a:lnTo>
                  <a:pt x="219" y="3987800"/>
                </a:lnTo>
                <a:lnTo>
                  <a:pt x="1093" y="4038600"/>
                </a:lnTo>
                <a:lnTo>
                  <a:pt x="2545" y="4076700"/>
                </a:lnTo>
                <a:lnTo>
                  <a:pt x="4573" y="4127500"/>
                </a:lnTo>
                <a:lnTo>
                  <a:pt x="7173" y="4178300"/>
                </a:lnTo>
                <a:lnTo>
                  <a:pt x="10342" y="4229100"/>
                </a:lnTo>
                <a:lnTo>
                  <a:pt x="14075" y="4267200"/>
                </a:lnTo>
                <a:lnTo>
                  <a:pt x="18371" y="4318000"/>
                </a:lnTo>
                <a:lnTo>
                  <a:pt x="23226" y="4368800"/>
                </a:lnTo>
                <a:lnTo>
                  <a:pt x="28636" y="4419600"/>
                </a:lnTo>
                <a:lnTo>
                  <a:pt x="34597" y="4457700"/>
                </a:lnTo>
                <a:lnTo>
                  <a:pt x="41108" y="4508500"/>
                </a:lnTo>
                <a:lnTo>
                  <a:pt x="48164" y="4559300"/>
                </a:lnTo>
                <a:lnTo>
                  <a:pt x="55762" y="4597400"/>
                </a:lnTo>
                <a:lnTo>
                  <a:pt x="63899" y="4648200"/>
                </a:lnTo>
                <a:lnTo>
                  <a:pt x="72571" y="4686300"/>
                </a:lnTo>
                <a:lnTo>
                  <a:pt x="81775" y="4737100"/>
                </a:lnTo>
                <a:lnTo>
                  <a:pt x="91509" y="4787900"/>
                </a:lnTo>
                <a:lnTo>
                  <a:pt x="101767" y="4826000"/>
                </a:lnTo>
                <a:lnTo>
                  <a:pt x="112548" y="4876800"/>
                </a:lnTo>
                <a:lnTo>
                  <a:pt x="123847" y="4914900"/>
                </a:lnTo>
                <a:lnTo>
                  <a:pt x="135662" y="4965700"/>
                </a:lnTo>
                <a:lnTo>
                  <a:pt x="147989" y="5003800"/>
                </a:lnTo>
                <a:lnTo>
                  <a:pt x="160825" y="5054600"/>
                </a:lnTo>
                <a:lnTo>
                  <a:pt x="174167" y="5092700"/>
                </a:lnTo>
                <a:lnTo>
                  <a:pt x="188010" y="5143500"/>
                </a:lnTo>
                <a:lnTo>
                  <a:pt x="202353" y="5181600"/>
                </a:lnTo>
                <a:lnTo>
                  <a:pt x="217191" y="5232400"/>
                </a:lnTo>
                <a:lnTo>
                  <a:pt x="232521" y="5270500"/>
                </a:lnTo>
                <a:lnTo>
                  <a:pt x="248340" y="5308600"/>
                </a:lnTo>
                <a:lnTo>
                  <a:pt x="264645" y="5359400"/>
                </a:lnTo>
                <a:lnTo>
                  <a:pt x="281432" y="5397500"/>
                </a:lnTo>
                <a:lnTo>
                  <a:pt x="298698" y="5435600"/>
                </a:lnTo>
                <a:lnTo>
                  <a:pt x="316440" y="5486400"/>
                </a:lnTo>
                <a:lnTo>
                  <a:pt x="334653" y="5524500"/>
                </a:lnTo>
                <a:lnTo>
                  <a:pt x="353336" y="5562600"/>
                </a:lnTo>
                <a:lnTo>
                  <a:pt x="372485" y="5613400"/>
                </a:lnTo>
                <a:lnTo>
                  <a:pt x="392095" y="5651500"/>
                </a:lnTo>
                <a:lnTo>
                  <a:pt x="412165" y="5689600"/>
                </a:lnTo>
                <a:lnTo>
                  <a:pt x="432691" y="5727700"/>
                </a:lnTo>
                <a:lnTo>
                  <a:pt x="453668" y="5765800"/>
                </a:lnTo>
                <a:lnTo>
                  <a:pt x="475095" y="5803900"/>
                </a:lnTo>
                <a:lnTo>
                  <a:pt x="496968" y="5854700"/>
                </a:lnTo>
                <a:lnTo>
                  <a:pt x="519283" y="5892800"/>
                </a:lnTo>
                <a:lnTo>
                  <a:pt x="542037" y="5930900"/>
                </a:lnTo>
                <a:lnTo>
                  <a:pt x="565226" y="5969000"/>
                </a:lnTo>
                <a:lnTo>
                  <a:pt x="588848" y="6007100"/>
                </a:lnTo>
                <a:lnTo>
                  <a:pt x="612899" y="6045200"/>
                </a:lnTo>
                <a:lnTo>
                  <a:pt x="637376" y="6083300"/>
                </a:lnTo>
                <a:lnTo>
                  <a:pt x="662276" y="6121400"/>
                </a:lnTo>
                <a:lnTo>
                  <a:pt x="687594" y="6159500"/>
                </a:lnTo>
                <a:lnTo>
                  <a:pt x="713329" y="6197600"/>
                </a:lnTo>
                <a:lnTo>
                  <a:pt x="739475" y="6235700"/>
                </a:lnTo>
                <a:lnTo>
                  <a:pt x="766031" y="6261100"/>
                </a:lnTo>
                <a:lnTo>
                  <a:pt x="792993" y="6299200"/>
                </a:lnTo>
                <a:lnTo>
                  <a:pt x="820358" y="6337300"/>
                </a:lnTo>
                <a:lnTo>
                  <a:pt x="848121" y="6375400"/>
                </a:lnTo>
                <a:lnTo>
                  <a:pt x="876280" y="6413500"/>
                </a:lnTo>
                <a:lnTo>
                  <a:pt x="904832" y="6438900"/>
                </a:lnTo>
                <a:lnTo>
                  <a:pt x="933773" y="6477000"/>
                </a:lnTo>
                <a:lnTo>
                  <a:pt x="963100" y="6515100"/>
                </a:lnTo>
                <a:lnTo>
                  <a:pt x="992810" y="6540500"/>
                </a:lnTo>
                <a:lnTo>
                  <a:pt x="1022899" y="6578600"/>
                </a:lnTo>
                <a:lnTo>
                  <a:pt x="1053364" y="6616700"/>
                </a:lnTo>
                <a:lnTo>
                  <a:pt x="1084201" y="6642100"/>
                </a:lnTo>
                <a:lnTo>
                  <a:pt x="1115408" y="6680200"/>
                </a:lnTo>
                <a:lnTo>
                  <a:pt x="1146980" y="6705600"/>
                </a:lnTo>
                <a:lnTo>
                  <a:pt x="1178915" y="6743700"/>
                </a:lnTo>
                <a:lnTo>
                  <a:pt x="1211210" y="6769100"/>
                </a:lnTo>
                <a:lnTo>
                  <a:pt x="1243860" y="6807200"/>
                </a:lnTo>
                <a:lnTo>
                  <a:pt x="1276864" y="6832600"/>
                </a:lnTo>
                <a:lnTo>
                  <a:pt x="1310216" y="6870700"/>
                </a:lnTo>
                <a:lnTo>
                  <a:pt x="1343915" y="6896100"/>
                </a:lnTo>
                <a:lnTo>
                  <a:pt x="1412337" y="6946900"/>
                </a:lnTo>
                <a:lnTo>
                  <a:pt x="1447053" y="6985000"/>
                </a:lnTo>
                <a:lnTo>
                  <a:pt x="1482103" y="7010400"/>
                </a:lnTo>
                <a:lnTo>
                  <a:pt x="1589214" y="7086600"/>
                </a:lnTo>
                <a:lnTo>
                  <a:pt x="1625562" y="7124700"/>
                </a:lnTo>
                <a:lnTo>
                  <a:pt x="1736487" y="7200900"/>
                </a:lnTo>
                <a:lnTo>
                  <a:pt x="1850167" y="7277100"/>
                </a:lnTo>
                <a:lnTo>
                  <a:pt x="1888657" y="7289800"/>
                </a:lnTo>
                <a:lnTo>
                  <a:pt x="2045513" y="7391400"/>
                </a:lnTo>
                <a:lnTo>
                  <a:pt x="2085434" y="7404100"/>
                </a:lnTo>
                <a:lnTo>
                  <a:pt x="2166102" y="7454900"/>
                </a:lnTo>
                <a:lnTo>
                  <a:pt x="2206843" y="7467600"/>
                </a:lnTo>
                <a:lnTo>
                  <a:pt x="2247849" y="7493000"/>
                </a:lnTo>
                <a:lnTo>
                  <a:pt x="2289118" y="7505700"/>
                </a:lnTo>
                <a:lnTo>
                  <a:pt x="2330647" y="7531100"/>
                </a:lnTo>
                <a:lnTo>
                  <a:pt x="2372432" y="7543800"/>
                </a:lnTo>
                <a:lnTo>
                  <a:pt x="2414471" y="7569200"/>
                </a:lnTo>
                <a:lnTo>
                  <a:pt x="2499293" y="7594600"/>
                </a:lnTo>
                <a:lnTo>
                  <a:pt x="2542070" y="7620000"/>
                </a:lnTo>
                <a:lnTo>
                  <a:pt x="2628340" y="7645400"/>
                </a:lnTo>
                <a:lnTo>
                  <a:pt x="2671827" y="7670800"/>
                </a:lnTo>
                <a:lnTo>
                  <a:pt x="3073143" y="7785100"/>
                </a:lnTo>
                <a:lnTo>
                  <a:pt x="4868008" y="7785100"/>
                </a:lnTo>
                <a:lnTo>
                  <a:pt x="5269325" y="7670800"/>
                </a:lnTo>
                <a:lnTo>
                  <a:pt x="5312811" y="7645400"/>
                </a:lnTo>
                <a:lnTo>
                  <a:pt x="5399082" y="7620000"/>
                </a:lnTo>
                <a:lnTo>
                  <a:pt x="5441859" y="7594600"/>
                </a:lnTo>
                <a:lnTo>
                  <a:pt x="5526682" y="7569200"/>
                </a:lnTo>
                <a:lnTo>
                  <a:pt x="5568720" y="7543800"/>
                </a:lnTo>
                <a:lnTo>
                  <a:pt x="5610505" y="7531100"/>
                </a:lnTo>
                <a:lnTo>
                  <a:pt x="5652034" y="7505700"/>
                </a:lnTo>
                <a:lnTo>
                  <a:pt x="5693304" y="7493000"/>
                </a:lnTo>
                <a:lnTo>
                  <a:pt x="5734310" y="7467600"/>
                </a:lnTo>
                <a:lnTo>
                  <a:pt x="5775050" y="7454900"/>
                </a:lnTo>
                <a:lnTo>
                  <a:pt x="5855718" y="7404100"/>
                </a:lnTo>
                <a:lnTo>
                  <a:pt x="5895640" y="7391400"/>
                </a:lnTo>
                <a:lnTo>
                  <a:pt x="6052496" y="7289800"/>
                </a:lnTo>
                <a:lnTo>
                  <a:pt x="6090987" y="7277100"/>
                </a:lnTo>
                <a:lnTo>
                  <a:pt x="6204667" y="7200900"/>
                </a:lnTo>
                <a:lnTo>
                  <a:pt x="6315592" y="7124700"/>
                </a:lnTo>
                <a:lnTo>
                  <a:pt x="6351939" y="7086600"/>
                </a:lnTo>
                <a:lnTo>
                  <a:pt x="6459051" y="7010400"/>
                </a:lnTo>
                <a:lnTo>
                  <a:pt x="6494100" y="6985000"/>
                </a:lnTo>
                <a:lnTo>
                  <a:pt x="6528817" y="6946900"/>
                </a:lnTo>
                <a:lnTo>
                  <a:pt x="6597239" y="6896100"/>
                </a:lnTo>
                <a:lnTo>
                  <a:pt x="6630938" y="6870700"/>
                </a:lnTo>
                <a:lnTo>
                  <a:pt x="6664291" y="6832600"/>
                </a:lnTo>
                <a:lnTo>
                  <a:pt x="6697294" y="6807200"/>
                </a:lnTo>
                <a:lnTo>
                  <a:pt x="6729944" y="6769100"/>
                </a:lnTo>
                <a:lnTo>
                  <a:pt x="6762239" y="6743700"/>
                </a:lnTo>
                <a:lnTo>
                  <a:pt x="6794174" y="6705600"/>
                </a:lnTo>
                <a:lnTo>
                  <a:pt x="6825747" y="6680200"/>
                </a:lnTo>
                <a:lnTo>
                  <a:pt x="6856954" y="6642100"/>
                </a:lnTo>
                <a:lnTo>
                  <a:pt x="6887791" y="6616700"/>
                </a:lnTo>
                <a:lnTo>
                  <a:pt x="6918256" y="6578600"/>
                </a:lnTo>
                <a:lnTo>
                  <a:pt x="6948345" y="6540500"/>
                </a:lnTo>
                <a:lnTo>
                  <a:pt x="6978054" y="6515100"/>
                </a:lnTo>
                <a:lnTo>
                  <a:pt x="7007381" y="6477000"/>
                </a:lnTo>
                <a:lnTo>
                  <a:pt x="7036322" y="6438900"/>
                </a:lnTo>
                <a:lnTo>
                  <a:pt x="7064874" y="6413500"/>
                </a:lnTo>
                <a:lnTo>
                  <a:pt x="7093034" y="6375400"/>
                </a:lnTo>
                <a:lnTo>
                  <a:pt x="7120797" y="6337300"/>
                </a:lnTo>
                <a:lnTo>
                  <a:pt x="7148162" y="6299200"/>
                </a:lnTo>
                <a:lnTo>
                  <a:pt x="7175123" y="6261100"/>
                </a:lnTo>
                <a:lnTo>
                  <a:pt x="7201679" y="6235700"/>
                </a:lnTo>
                <a:lnTo>
                  <a:pt x="7227826" y="6197600"/>
                </a:lnTo>
                <a:lnTo>
                  <a:pt x="7253561" y="6159500"/>
                </a:lnTo>
                <a:lnTo>
                  <a:pt x="7278879" y="6121400"/>
                </a:lnTo>
                <a:lnTo>
                  <a:pt x="7303779" y="6083300"/>
                </a:lnTo>
                <a:lnTo>
                  <a:pt x="7328256" y="6045200"/>
                </a:lnTo>
                <a:lnTo>
                  <a:pt x="7352307" y="6007100"/>
                </a:lnTo>
                <a:lnTo>
                  <a:pt x="7375929" y="5969000"/>
                </a:lnTo>
                <a:lnTo>
                  <a:pt x="7399119" y="5930900"/>
                </a:lnTo>
                <a:lnTo>
                  <a:pt x="7421873" y="5892800"/>
                </a:lnTo>
                <a:lnTo>
                  <a:pt x="7444187" y="5854700"/>
                </a:lnTo>
                <a:lnTo>
                  <a:pt x="7466060" y="5803900"/>
                </a:lnTo>
                <a:lnTo>
                  <a:pt x="7487487" y="5765800"/>
                </a:lnTo>
                <a:lnTo>
                  <a:pt x="7508465" y="5727700"/>
                </a:lnTo>
                <a:lnTo>
                  <a:pt x="7528990" y="5689600"/>
                </a:lnTo>
                <a:lnTo>
                  <a:pt x="7549060" y="5651500"/>
                </a:lnTo>
                <a:lnTo>
                  <a:pt x="7568671" y="5613400"/>
                </a:lnTo>
                <a:lnTo>
                  <a:pt x="7587819" y="5562600"/>
                </a:lnTo>
                <a:lnTo>
                  <a:pt x="7606502" y="5524500"/>
                </a:lnTo>
                <a:lnTo>
                  <a:pt x="7624716" y="5486400"/>
                </a:lnTo>
                <a:lnTo>
                  <a:pt x="7642457" y="5435600"/>
                </a:lnTo>
                <a:lnTo>
                  <a:pt x="7659723" y="5397500"/>
                </a:lnTo>
                <a:lnTo>
                  <a:pt x="7676510" y="5359400"/>
                </a:lnTo>
                <a:lnTo>
                  <a:pt x="7692815" y="5308600"/>
                </a:lnTo>
                <a:lnTo>
                  <a:pt x="7708634" y="5270500"/>
                </a:lnTo>
                <a:lnTo>
                  <a:pt x="7723964" y="5232400"/>
                </a:lnTo>
                <a:lnTo>
                  <a:pt x="7738802" y="5181600"/>
                </a:lnTo>
                <a:lnTo>
                  <a:pt x="7753145" y="5143500"/>
                </a:lnTo>
                <a:lnTo>
                  <a:pt x="7766989" y="5092700"/>
                </a:lnTo>
                <a:lnTo>
                  <a:pt x="7780330" y="5054600"/>
                </a:lnTo>
                <a:lnTo>
                  <a:pt x="7793166" y="5003800"/>
                </a:lnTo>
                <a:lnTo>
                  <a:pt x="7805493" y="4965700"/>
                </a:lnTo>
                <a:lnTo>
                  <a:pt x="7817308" y="4914900"/>
                </a:lnTo>
                <a:lnTo>
                  <a:pt x="7828608" y="4876800"/>
                </a:lnTo>
                <a:lnTo>
                  <a:pt x="7839388" y="4826000"/>
                </a:lnTo>
                <a:lnTo>
                  <a:pt x="7849647" y="4787900"/>
                </a:lnTo>
                <a:lnTo>
                  <a:pt x="7859380" y="4737100"/>
                </a:lnTo>
                <a:lnTo>
                  <a:pt x="7868584" y="4686300"/>
                </a:lnTo>
                <a:lnTo>
                  <a:pt x="7877256" y="4648200"/>
                </a:lnTo>
                <a:lnTo>
                  <a:pt x="7885393" y="4597400"/>
                </a:lnTo>
                <a:lnTo>
                  <a:pt x="7892991" y="4559300"/>
                </a:lnTo>
                <a:lnTo>
                  <a:pt x="7900047" y="4508500"/>
                </a:lnTo>
                <a:lnTo>
                  <a:pt x="7906558" y="4457700"/>
                </a:lnTo>
                <a:lnTo>
                  <a:pt x="7912520" y="4419600"/>
                </a:lnTo>
                <a:lnTo>
                  <a:pt x="7917930" y="4368800"/>
                </a:lnTo>
                <a:lnTo>
                  <a:pt x="7922784" y="4318000"/>
                </a:lnTo>
                <a:lnTo>
                  <a:pt x="7927080" y="4267200"/>
                </a:lnTo>
                <a:lnTo>
                  <a:pt x="7930814" y="4229100"/>
                </a:lnTo>
                <a:lnTo>
                  <a:pt x="7933982" y="4178300"/>
                </a:lnTo>
                <a:lnTo>
                  <a:pt x="7936582" y="4127500"/>
                </a:lnTo>
                <a:lnTo>
                  <a:pt x="7938610" y="4076700"/>
                </a:lnTo>
                <a:lnTo>
                  <a:pt x="7940063" y="4038600"/>
                </a:lnTo>
                <a:lnTo>
                  <a:pt x="7940937" y="3987800"/>
                </a:lnTo>
                <a:lnTo>
                  <a:pt x="7941127" y="3949700"/>
                </a:lnTo>
                <a:lnTo>
                  <a:pt x="7941127" y="3924300"/>
                </a:lnTo>
                <a:lnTo>
                  <a:pt x="4207663" y="0"/>
                </a:lnTo>
                <a:close/>
              </a:path>
              <a:path w="7941309" h="7874000">
                <a:moveTo>
                  <a:pt x="4260385" y="0"/>
                </a:moveTo>
                <a:lnTo>
                  <a:pt x="4207663" y="0"/>
                </a:lnTo>
                <a:lnTo>
                  <a:pt x="7941127" y="3924300"/>
                </a:lnTo>
                <a:lnTo>
                  <a:pt x="7940937" y="3886200"/>
                </a:lnTo>
                <a:lnTo>
                  <a:pt x="7940063" y="3835400"/>
                </a:lnTo>
                <a:lnTo>
                  <a:pt x="7938610" y="3797300"/>
                </a:lnTo>
                <a:lnTo>
                  <a:pt x="7936582" y="3746500"/>
                </a:lnTo>
                <a:lnTo>
                  <a:pt x="7933982" y="3695700"/>
                </a:lnTo>
                <a:lnTo>
                  <a:pt x="7930814" y="3644900"/>
                </a:lnTo>
                <a:lnTo>
                  <a:pt x="7927080" y="3606800"/>
                </a:lnTo>
                <a:lnTo>
                  <a:pt x="7922784" y="3556000"/>
                </a:lnTo>
                <a:lnTo>
                  <a:pt x="7917930" y="3505200"/>
                </a:lnTo>
                <a:lnTo>
                  <a:pt x="7912520" y="3467100"/>
                </a:lnTo>
                <a:lnTo>
                  <a:pt x="7906558" y="3416300"/>
                </a:lnTo>
                <a:lnTo>
                  <a:pt x="7900047" y="3365500"/>
                </a:lnTo>
                <a:lnTo>
                  <a:pt x="7892991" y="3327400"/>
                </a:lnTo>
                <a:lnTo>
                  <a:pt x="7885393" y="3276600"/>
                </a:lnTo>
                <a:lnTo>
                  <a:pt x="7877256" y="3225800"/>
                </a:lnTo>
                <a:lnTo>
                  <a:pt x="7868584" y="3187700"/>
                </a:lnTo>
                <a:lnTo>
                  <a:pt x="7859380" y="3136900"/>
                </a:lnTo>
                <a:lnTo>
                  <a:pt x="7849647" y="3086100"/>
                </a:lnTo>
                <a:lnTo>
                  <a:pt x="7839388" y="3048000"/>
                </a:lnTo>
                <a:lnTo>
                  <a:pt x="7828608" y="2997200"/>
                </a:lnTo>
                <a:lnTo>
                  <a:pt x="7817308" y="2959100"/>
                </a:lnTo>
                <a:lnTo>
                  <a:pt x="7805493" y="2908300"/>
                </a:lnTo>
                <a:lnTo>
                  <a:pt x="7793166" y="2870200"/>
                </a:lnTo>
                <a:lnTo>
                  <a:pt x="7780330" y="2819400"/>
                </a:lnTo>
                <a:lnTo>
                  <a:pt x="7766989" y="2781300"/>
                </a:lnTo>
                <a:lnTo>
                  <a:pt x="7753145" y="2730500"/>
                </a:lnTo>
                <a:lnTo>
                  <a:pt x="7738802" y="2692400"/>
                </a:lnTo>
                <a:lnTo>
                  <a:pt x="7723964" y="2654300"/>
                </a:lnTo>
                <a:lnTo>
                  <a:pt x="7708634" y="2603500"/>
                </a:lnTo>
                <a:lnTo>
                  <a:pt x="7692815" y="2565400"/>
                </a:lnTo>
                <a:lnTo>
                  <a:pt x="7676510" y="2514600"/>
                </a:lnTo>
                <a:lnTo>
                  <a:pt x="7659723" y="2476500"/>
                </a:lnTo>
                <a:lnTo>
                  <a:pt x="7642457" y="2438400"/>
                </a:lnTo>
                <a:lnTo>
                  <a:pt x="7624716" y="2387600"/>
                </a:lnTo>
                <a:lnTo>
                  <a:pt x="7606502" y="2349500"/>
                </a:lnTo>
                <a:lnTo>
                  <a:pt x="7587819" y="2311400"/>
                </a:lnTo>
                <a:lnTo>
                  <a:pt x="7568671" y="2273300"/>
                </a:lnTo>
                <a:lnTo>
                  <a:pt x="7549060" y="2222500"/>
                </a:lnTo>
                <a:lnTo>
                  <a:pt x="7528990" y="2184400"/>
                </a:lnTo>
                <a:lnTo>
                  <a:pt x="7508465" y="2146300"/>
                </a:lnTo>
                <a:lnTo>
                  <a:pt x="7487487" y="2108200"/>
                </a:lnTo>
                <a:lnTo>
                  <a:pt x="7466060" y="2070100"/>
                </a:lnTo>
                <a:lnTo>
                  <a:pt x="7444187" y="2032000"/>
                </a:lnTo>
                <a:lnTo>
                  <a:pt x="7421873" y="1981200"/>
                </a:lnTo>
                <a:lnTo>
                  <a:pt x="7399119" y="1943100"/>
                </a:lnTo>
                <a:lnTo>
                  <a:pt x="7375929" y="1905000"/>
                </a:lnTo>
                <a:lnTo>
                  <a:pt x="7352307" y="1866900"/>
                </a:lnTo>
                <a:lnTo>
                  <a:pt x="7328256" y="1828800"/>
                </a:lnTo>
                <a:lnTo>
                  <a:pt x="7303779" y="1790700"/>
                </a:lnTo>
                <a:lnTo>
                  <a:pt x="7278879" y="1752600"/>
                </a:lnTo>
                <a:lnTo>
                  <a:pt x="7253561" y="1714500"/>
                </a:lnTo>
                <a:lnTo>
                  <a:pt x="7227826" y="1676400"/>
                </a:lnTo>
                <a:lnTo>
                  <a:pt x="7201679" y="1651000"/>
                </a:lnTo>
                <a:lnTo>
                  <a:pt x="7175123" y="1612900"/>
                </a:lnTo>
                <a:lnTo>
                  <a:pt x="7148162" y="1574800"/>
                </a:lnTo>
                <a:lnTo>
                  <a:pt x="7120797" y="1536700"/>
                </a:lnTo>
                <a:lnTo>
                  <a:pt x="7093034" y="1498600"/>
                </a:lnTo>
                <a:lnTo>
                  <a:pt x="7064874" y="1473200"/>
                </a:lnTo>
                <a:lnTo>
                  <a:pt x="7036322" y="1435100"/>
                </a:lnTo>
                <a:lnTo>
                  <a:pt x="7007381" y="1397000"/>
                </a:lnTo>
                <a:lnTo>
                  <a:pt x="6978054" y="1358900"/>
                </a:lnTo>
                <a:lnTo>
                  <a:pt x="6948345" y="1333500"/>
                </a:lnTo>
                <a:lnTo>
                  <a:pt x="6918256" y="1295400"/>
                </a:lnTo>
                <a:lnTo>
                  <a:pt x="6887791" y="1257300"/>
                </a:lnTo>
                <a:lnTo>
                  <a:pt x="6856954" y="1231900"/>
                </a:lnTo>
                <a:lnTo>
                  <a:pt x="6825747" y="1193800"/>
                </a:lnTo>
                <a:lnTo>
                  <a:pt x="6794174" y="1168400"/>
                </a:lnTo>
                <a:lnTo>
                  <a:pt x="6762239" y="1130300"/>
                </a:lnTo>
                <a:lnTo>
                  <a:pt x="6729944" y="1104900"/>
                </a:lnTo>
                <a:lnTo>
                  <a:pt x="6697294" y="1066800"/>
                </a:lnTo>
                <a:lnTo>
                  <a:pt x="6630938" y="1016000"/>
                </a:lnTo>
                <a:lnTo>
                  <a:pt x="6597239" y="977900"/>
                </a:lnTo>
                <a:lnTo>
                  <a:pt x="6528817" y="927100"/>
                </a:lnTo>
                <a:lnTo>
                  <a:pt x="6494100" y="889000"/>
                </a:lnTo>
                <a:lnTo>
                  <a:pt x="6387967" y="812800"/>
                </a:lnTo>
                <a:lnTo>
                  <a:pt x="6315592" y="762000"/>
                </a:lnTo>
                <a:lnTo>
                  <a:pt x="6278929" y="723900"/>
                </a:lnTo>
                <a:lnTo>
                  <a:pt x="6167075" y="647700"/>
                </a:lnTo>
                <a:lnTo>
                  <a:pt x="6129181" y="622300"/>
                </a:lnTo>
                <a:lnTo>
                  <a:pt x="6090987" y="609600"/>
                </a:lnTo>
                <a:lnTo>
                  <a:pt x="5935282" y="508000"/>
                </a:lnTo>
                <a:lnTo>
                  <a:pt x="5895640" y="482600"/>
                </a:lnTo>
                <a:lnTo>
                  <a:pt x="5855718" y="469900"/>
                </a:lnTo>
                <a:lnTo>
                  <a:pt x="5775050" y="419100"/>
                </a:lnTo>
                <a:lnTo>
                  <a:pt x="5734310" y="406400"/>
                </a:lnTo>
                <a:lnTo>
                  <a:pt x="5693304" y="381000"/>
                </a:lnTo>
                <a:lnTo>
                  <a:pt x="5652034" y="368300"/>
                </a:lnTo>
                <a:lnTo>
                  <a:pt x="5610505" y="342900"/>
                </a:lnTo>
                <a:lnTo>
                  <a:pt x="5568720" y="330200"/>
                </a:lnTo>
                <a:lnTo>
                  <a:pt x="5526682" y="304800"/>
                </a:lnTo>
                <a:lnTo>
                  <a:pt x="5441859" y="279400"/>
                </a:lnTo>
                <a:lnTo>
                  <a:pt x="5399082" y="254000"/>
                </a:lnTo>
                <a:lnTo>
                  <a:pt x="5269325" y="215900"/>
                </a:lnTo>
                <a:lnTo>
                  <a:pt x="5225609" y="190500"/>
                </a:lnTo>
                <a:lnTo>
                  <a:pt x="4913442" y="101600"/>
                </a:lnTo>
                <a:lnTo>
                  <a:pt x="4868008" y="101600"/>
                </a:lnTo>
                <a:lnTo>
                  <a:pt x="4730519" y="63500"/>
                </a:lnTo>
                <a:lnTo>
                  <a:pt x="4684305" y="63500"/>
                </a:lnTo>
                <a:lnTo>
                  <a:pt x="4591321" y="38100"/>
                </a:lnTo>
                <a:lnTo>
                  <a:pt x="4544557" y="38100"/>
                </a:lnTo>
                <a:lnTo>
                  <a:pt x="4497617" y="25400"/>
                </a:lnTo>
                <a:lnTo>
                  <a:pt x="4450504" y="25400"/>
                </a:lnTo>
                <a:lnTo>
                  <a:pt x="4403221" y="12700"/>
                </a:lnTo>
                <a:lnTo>
                  <a:pt x="4308158" y="12700"/>
                </a:lnTo>
                <a:lnTo>
                  <a:pt x="4260385" y="0"/>
                </a:lnTo>
                <a:close/>
              </a:path>
              <a:path w="7941309" h="7874000">
                <a:moveTo>
                  <a:pt x="7941127" y="0"/>
                </a:moveTo>
                <a:lnTo>
                  <a:pt x="4260385" y="0"/>
                </a:lnTo>
                <a:lnTo>
                  <a:pt x="4308158" y="12700"/>
                </a:lnTo>
                <a:lnTo>
                  <a:pt x="4403221" y="12700"/>
                </a:lnTo>
                <a:lnTo>
                  <a:pt x="4450504" y="25400"/>
                </a:lnTo>
                <a:lnTo>
                  <a:pt x="4497617" y="25400"/>
                </a:lnTo>
                <a:lnTo>
                  <a:pt x="4544557" y="38100"/>
                </a:lnTo>
                <a:lnTo>
                  <a:pt x="4591321" y="38100"/>
                </a:lnTo>
                <a:lnTo>
                  <a:pt x="4684305" y="63500"/>
                </a:lnTo>
                <a:lnTo>
                  <a:pt x="4730519" y="63500"/>
                </a:lnTo>
                <a:lnTo>
                  <a:pt x="4868008" y="101600"/>
                </a:lnTo>
                <a:lnTo>
                  <a:pt x="4913442" y="101600"/>
                </a:lnTo>
                <a:lnTo>
                  <a:pt x="5225609" y="190500"/>
                </a:lnTo>
                <a:lnTo>
                  <a:pt x="5269325" y="215900"/>
                </a:lnTo>
                <a:lnTo>
                  <a:pt x="5399082" y="254000"/>
                </a:lnTo>
                <a:lnTo>
                  <a:pt x="5441859" y="279400"/>
                </a:lnTo>
                <a:lnTo>
                  <a:pt x="5526682" y="304800"/>
                </a:lnTo>
                <a:lnTo>
                  <a:pt x="5568720" y="330200"/>
                </a:lnTo>
                <a:lnTo>
                  <a:pt x="5610505" y="342900"/>
                </a:lnTo>
                <a:lnTo>
                  <a:pt x="5652034" y="368300"/>
                </a:lnTo>
                <a:lnTo>
                  <a:pt x="5693304" y="381000"/>
                </a:lnTo>
                <a:lnTo>
                  <a:pt x="5734310" y="406400"/>
                </a:lnTo>
                <a:lnTo>
                  <a:pt x="5775050" y="419100"/>
                </a:lnTo>
                <a:lnTo>
                  <a:pt x="5855718" y="469900"/>
                </a:lnTo>
                <a:lnTo>
                  <a:pt x="5895640" y="482600"/>
                </a:lnTo>
                <a:lnTo>
                  <a:pt x="5935282" y="508000"/>
                </a:lnTo>
                <a:lnTo>
                  <a:pt x="6090987" y="609600"/>
                </a:lnTo>
                <a:lnTo>
                  <a:pt x="6129181" y="622300"/>
                </a:lnTo>
                <a:lnTo>
                  <a:pt x="6167075" y="647700"/>
                </a:lnTo>
                <a:lnTo>
                  <a:pt x="6278929" y="723900"/>
                </a:lnTo>
                <a:lnTo>
                  <a:pt x="6315592" y="762000"/>
                </a:lnTo>
                <a:lnTo>
                  <a:pt x="6387967" y="812800"/>
                </a:lnTo>
                <a:lnTo>
                  <a:pt x="6494100" y="889000"/>
                </a:lnTo>
                <a:lnTo>
                  <a:pt x="6528817" y="927100"/>
                </a:lnTo>
                <a:lnTo>
                  <a:pt x="6597239" y="977900"/>
                </a:lnTo>
                <a:lnTo>
                  <a:pt x="6630938" y="1016000"/>
                </a:lnTo>
                <a:lnTo>
                  <a:pt x="6697294" y="1066800"/>
                </a:lnTo>
                <a:lnTo>
                  <a:pt x="6729944" y="1104900"/>
                </a:lnTo>
                <a:lnTo>
                  <a:pt x="6762239" y="1130300"/>
                </a:lnTo>
                <a:lnTo>
                  <a:pt x="6794174" y="1168400"/>
                </a:lnTo>
                <a:lnTo>
                  <a:pt x="6825747" y="1193800"/>
                </a:lnTo>
                <a:lnTo>
                  <a:pt x="6856954" y="1231900"/>
                </a:lnTo>
                <a:lnTo>
                  <a:pt x="6887791" y="1257300"/>
                </a:lnTo>
                <a:lnTo>
                  <a:pt x="6918256" y="1295400"/>
                </a:lnTo>
                <a:lnTo>
                  <a:pt x="6948345" y="1333500"/>
                </a:lnTo>
                <a:lnTo>
                  <a:pt x="6978054" y="1358900"/>
                </a:lnTo>
                <a:lnTo>
                  <a:pt x="7007381" y="1397000"/>
                </a:lnTo>
                <a:lnTo>
                  <a:pt x="7036322" y="1435100"/>
                </a:lnTo>
                <a:lnTo>
                  <a:pt x="7064874" y="1473200"/>
                </a:lnTo>
                <a:lnTo>
                  <a:pt x="7093034" y="1498600"/>
                </a:lnTo>
                <a:lnTo>
                  <a:pt x="7120797" y="1536700"/>
                </a:lnTo>
                <a:lnTo>
                  <a:pt x="7148162" y="1574800"/>
                </a:lnTo>
                <a:lnTo>
                  <a:pt x="7175123" y="1612900"/>
                </a:lnTo>
                <a:lnTo>
                  <a:pt x="7201679" y="1651000"/>
                </a:lnTo>
                <a:lnTo>
                  <a:pt x="7227826" y="1676400"/>
                </a:lnTo>
                <a:lnTo>
                  <a:pt x="7253561" y="1714500"/>
                </a:lnTo>
                <a:lnTo>
                  <a:pt x="7278879" y="1752600"/>
                </a:lnTo>
                <a:lnTo>
                  <a:pt x="7303779" y="1790700"/>
                </a:lnTo>
                <a:lnTo>
                  <a:pt x="7328256" y="1828800"/>
                </a:lnTo>
                <a:lnTo>
                  <a:pt x="7352307" y="1866900"/>
                </a:lnTo>
                <a:lnTo>
                  <a:pt x="7375929" y="1905000"/>
                </a:lnTo>
                <a:lnTo>
                  <a:pt x="7399119" y="1943100"/>
                </a:lnTo>
                <a:lnTo>
                  <a:pt x="7421873" y="1981200"/>
                </a:lnTo>
                <a:lnTo>
                  <a:pt x="7444187" y="2032000"/>
                </a:lnTo>
                <a:lnTo>
                  <a:pt x="7466060" y="2070100"/>
                </a:lnTo>
                <a:lnTo>
                  <a:pt x="7487487" y="2108200"/>
                </a:lnTo>
                <a:lnTo>
                  <a:pt x="7508465" y="2146300"/>
                </a:lnTo>
                <a:lnTo>
                  <a:pt x="7528990" y="2184400"/>
                </a:lnTo>
                <a:lnTo>
                  <a:pt x="7549060" y="2222500"/>
                </a:lnTo>
                <a:lnTo>
                  <a:pt x="7568671" y="2273300"/>
                </a:lnTo>
                <a:lnTo>
                  <a:pt x="7587819" y="2311400"/>
                </a:lnTo>
                <a:lnTo>
                  <a:pt x="7606502" y="2349500"/>
                </a:lnTo>
                <a:lnTo>
                  <a:pt x="7624716" y="2387600"/>
                </a:lnTo>
                <a:lnTo>
                  <a:pt x="7642457" y="2438400"/>
                </a:lnTo>
                <a:lnTo>
                  <a:pt x="7659723" y="2476500"/>
                </a:lnTo>
                <a:lnTo>
                  <a:pt x="7676510" y="2514600"/>
                </a:lnTo>
                <a:lnTo>
                  <a:pt x="7692815" y="2565400"/>
                </a:lnTo>
                <a:lnTo>
                  <a:pt x="7708634" y="2603500"/>
                </a:lnTo>
                <a:lnTo>
                  <a:pt x="7723964" y="2654300"/>
                </a:lnTo>
                <a:lnTo>
                  <a:pt x="7738802" y="2692400"/>
                </a:lnTo>
                <a:lnTo>
                  <a:pt x="7753145" y="2730500"/>
                </a:lnTo>
                <a:lnTo>
                  <a:pt x="7766989" y="2781300"/>
                </a:lnTo>
                <a:lnTo>
                  <a:pt x="7780330" y="2819400"/>
                </a:lnTo>
                <a:lnTo>
                  <a:pt x="7793166" y="2870200"/>
                </a:lnTo>
                <a:lnTo>
                  <a:pt x="7805493" y="2908300"/>
                </a:lnTo>
                <a:lnTo>
                  <a:pt x="7817308" y="2959100"/>
                </a:lnTo>
                <a:lnTo>
                  <a:pt x="7828608" y="2997200"/>
                </a:lnTo>
                <a:lnTo>
                  <a:pt x="7839388" y="3048000"/>
                </a:lnTo>
                <a:lnTo>
                  <a:pt x="7849647" y="3086100"/>
                </a:lnTo>
                <a:lnTo>
                  <a:pt x="7859380" y="3136900"/>
                </a:lnTo>
                <a:lnTo>
                  <a:pt x="7868584" y="3187700"/>
                </a:lnTo>
                <a:lnTo>
                  <a:pt x="7877256" y="3225800"/>
                </a:lnTo>
                <a:lnTo>
                  <a:pt x="7885393" y="3276600"/>
                </a:lnTo>
                <a:lnTo>
                  <a:pt x="7892991" y="3327400"/>
                </a:lnTo>
                <a:lnTo>
                  <a:pt x="7900047" y="3365500"/>
                </a:lnTo>
                <a:lnTo>
                  <a:pt x="7906558" y="3416300"/>
                </a:lnTo>
                <a:lnTo>
                  <a:pt x="7912520" y="3467100"/>
                </a:lnTo>
                <a:lnTo>
                  <a:pt x="7917930" y="3505200"/>
                </a:lnTo>
                <a:lnTo>
                  <a:pt x="7922784" y="3556000"/>
                </a:lnTo>
                <a:lnTo>
                  <a:pt x="7927080" y="3606800"/>
                </a:lnTo>
                <a:lnTo>
                  <a:pt x="7930814" y="3644900"/>
                </a:lnTo>
                <a:lnTo>
                  <a:pt x="7933982" y="3695700"/>
                </a:lnTo>
                <a:lnTo>
                  <a:pt x="7936582" y="3746500"/>
                </a:lnTo>
                <a:lnTo>
                  <a:pt x="7938610" y="3797300"/>
                </a:lnTo>
                <a:lnTo>
                  <a:pt x="7940063" y="3835400"/>
                </a:lnTo>
                <a:lnTo>
                  <a:pt x="7940937" y="3886200"/>
                </a:lnTo>
                <a:lnTo>
                  <a:pt x="7941127" y="3924300"/>
                </a:lnTo>
                <a:lnTo>
                  <a:pt x="794112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8673449" y="6519300"/>
            <a:ext cx="3766185" cy="3766820"/>
          </a:xfrm>
          <a:custGeom>
            <a:avLst/>
            <a:gdLst/>
            <a:ahLst/>
            <a:cxnLst/>
            <a:rect l="l" t="t" r="r" b="b"/>
            <a:pathLst>
              <a:path w="3766184" h="3766820">
                <a:moveTo>
                  <a:pt x="0" y="1883100"/>
                </a:moveTo>
                <a:lnTo>
                  <a:pt x="614" y="1834496"/>
                </a:lnTo>
                <a:lnTo>
                  <a:pt x="2449" y="1786195"/>
                </a:lnTo>
                <a:lnTo>
                  <a:pt x="5490" y="1738213"/>
                </a:lnTo>
                <a:lnTo>
                  <a:pt x="9720" y="1690563"/>
                </a:lnTo>
                <a:lnTo>
                  <a:pt x="15126" y="1643262"/>
                </a:lnTo>
                <a:lnTo>
                  <a:pt x="21694" y="1596322"/>
                </a:lnTo>
                <a:lnTo>
                  <a:pt x="29407" y="1549760"/>
                </a:lnTo>
                <a:lnTo>
                  <a:pt x="38251" y="1503589"/>
                </a:lnTo>
                <a:lnTo>
                  <a:pt x="48212" y="1457826"/>
                </a:lnTo>
                <a:lnTo>
                  <a:pt x="59275" y="1412483"/>
                </a:lnTo>
                <a:lnTo>
                  <a:pt x="71425" y="1367578"/>
                </a:lnTo>
                <a:lnTo>
                  <a:pt x="84646" y="1323123"/>
                </a:lnTo>
                <a:lnTo>
                  <a:pt x="98926" y="1279134"/>
                </a:lnTo>
                <a:lnTo>
                  <a:pt x="114247" y="1235627"/>
                </a:lnTo>
                <a:lnTo>
                  <a:pt x="130597" y="1192614"/>
                </a:lnTo>
                <a:lnTo>
                  <a:pt x="147959" y="1150112"/>
                </a:lnTo>
                <a:lnTo>
                  <a:pt x="166320" y="1108135"/>
                </a:lnTo>
                <a:lnTo>
                  <a:pt x="185664" y="1066698"/>
                </a:lnTo>
                <a:lnTo>
                  <a:pt x="205977" y="1025815"/>
                </a:lnTo>
                <a:lnTo>
                  <a:pt x="227243" y="985502"/>
                </a:lnTo>
                <a:lnTo>
                  <a:pt x="249449" y="945773"/>
                </a:lnTo>
                <a:lnTo>
                  <a:pt x="272579" y="906644"/>
                </a:lnTo>
                <a:lnTo>
                  <a:pt x="296618" y="868128"/>
                </a:lnTo>
                <a:lnTo>
                  <a:pt x="321552" y="830240"/>
                </a:lnTo>
                <a:lnTo>
                  <a:pt x="347366" y="792996"/>
                </a:lnTo>
                <a:lnTo>
                  <a:pt x="374045" y="756411"/>
                </a:lnTo>
                <a:lnTo>
                  <a:pt x="401575" y="720498"/>
                </a:lnTo>
                <a:lnTo>
                  <a:pt x="429939" y="685273"/>
                </a:lnTo>
                <a:lnTo>
                  <a:pt x="459125" y="650751"/>
                </a:lnTo>
                <a:lnTo>
                  <a:pt x="489117" y="616946"/>
                </a:lnTo>
                <a:lnTo>
                  <a:pt x="519900" y="583873"/>
                </a:lnTo>
                <a:lnTo>
                  <a:pt x="551459" y="551547"/>
                </a:lnTo>
                <a:lnTo>
                  <a:pt x="583780" y="519982"/>
                </a:lnTo>
                <a:lnTo>
                  <a:pt x="616847" y="489195"/>
                </a:lnTo>
                <a:lnTo>
                  <a:pt x="650647" y="459198"/>
                </a:lnTo>
                <a:lnTo>
                  <a:pt x="685164" y="430008"/>
                </a:lnTo>
                <a:lnTo>
                  <a:pt x="720383" y="401639"/>
                </a:lnTo>
                <a:lnTo>
                  <a:pt x="756290" y="374105"/>
                </a:lnTo>
                <a:lnTo>
                  <a:pt x="792870" y="347421"/>
                </a:lnTo>
                <a:lnTo>
                  <a:pt x="830108" y="321603"/>
                </a:lnTo>
                <a:lnTo>
                  <a:pt x="867989" y="296665"/>
                </a:lnTo>
                <a:lnTo>
                  <a:pt x="906499" y="272622"/>
                </a:lnTo>
                <a:lnTo>
                  <a:pt x="945623" y="249489"/>
                </a:lnTo>
                <a:lnTo>
                  <a:pt x="985345" y="227279"/>
                </a:lnTo>
                <a:lnTo>
                  <a:pt x="1025652" y="206010"/>
                </a:lnTo>
                <a:lnTo>
                  <a:pt x="1066528" y="185694"/>
                </a:lnTo>
                <a:lnTo>
                  <a:pt x="1107958" y="166346"/>
                </a:lnTo>
                <a:lnTo>
                  <a:pt x="1149929" y="147983"/>
                </a:lnTo>
                <a:lnTo>
                  <a:pt x="1192424" y="130618"/>
                </a:lnTo>
                <a:lnTo>
                  <a:pt x="1235430" y="114266"/>
                </a:lnTo>
                <a:lnTo>
                  <a:pt x="1278931" y="98941"/>
                </a:lnTo>
                <a:lnTo>
                  <a:pt x="1322912" y="84660"/>
                </a:lnTo>
                <a:lnTo>
                  <a:pt x="1367360" y="71436"/>
                </a:lnTo>
                <a:lnTo>
                  <a:pt x="1412258" y="59284"/>
                </a:lnTo>
                <a:lnTo>
                  <a:pt x="1457593" y="48220"/>
                </a:lnTo>
                <a:lnTo>
                  <a:pt x="1503350" y="38257"/>
                </a:lnTo>
                <a:lnTo>
                  <a:pt x="1549513" y="29411"/>
                </a:lnTo>
                <a:lnTo>
                  <a:pt x="1596068" y="21697"/>
                </a:lnTo>
                <a:lnTo>
                  <a:pt x="1643000" y="15129"/>
                </a:lnTo>
                <a:lnTo>
                  <a:pt x="1690294" y="9722"/>
                </a:lnTo>
                <a:lnTo>
                  <a:pt x="1737936" y="5490"/>
                </a:lnTo>
                <a:lnTo>
                  <a:pt x="1785911" y="2450"/>
                </a:lnTo>
                <a:lnTo>
                  <a:pt x="1834204" y="615"/>
                </a:lnTo>
                <a:lnTo>
                  <a:pt x="1882800" y="0"/>
                </a:lnTo>
                <a:lnTo>
                  <a:pt x="1931395" y="615"/>
                </a:lnTo>
                <a:lnTo>
                  <a:pt x="1979688" y="2450"/>
                </a:lnTo>
                <a:lnTo>
                  <a:pt x="2027663" y="5490"/>
                </a:lnTo>
                <a:lnTo>
                  <a:pt x="2075305" y="9722"/>
                </a:lnTo>
                <a:lnTo>
                  <a:pt x="2122599" y="15129"/>
                </a:lnTo>
                <a:lnTo>
                  <a:pt x="2169531" y="21697"/>
                </a:lnTo>
                <a:lnTo>
                  <a:pt x="2216086" y="29411"/>
                </a:lnTo>
                <a:lnTo>
                  <a:pt x="2262249" y="38257"/>
                </a:lnTo>
                <a:lnTo>
                  <a:pt x="2308006" y="48220"/>
                </a:lnTo>
                <a:lnTo>
                  <a:pt x="2353341" y="59284"/>
                </a:lnTo>
                <a:lnTo>
                  <a:pt x="2398239" y="71436"/>
                </a:lnTo>
                <a:lnTo>
                  <a:pt x="2442687" y="84660"/>
                </a:lnTo>
                <a:lnTo>
                  <a:pt x="2486668" y="98941"/>
                </a:lnTo>
                <a:lnTo>
                  <a:pt x="2530169" y="114266"/>
                </a:lnTo>
                <a:lnTo>
                  <a:pt x="2573175" y="130618"/>
                </a:lnTo>
                <a:lnTo>
                  <a:pt x="2615670" y="147983"/>
                </a:lnTo>
                <a:lnTo>
                  <a:pt x="2657641" y="166346"/>
                </a:lnTo>
                <a:lnTo>
                  <a:pt x="2699071" y="185694"/>
                </a:lnTo>
                <a:lnTo>
                  <a:pt x="2739947" y="206010"/>
                </a:lnTo>
                <a:lnTo>
                  <a:pt x="2780254" y="227279"/>
                </a:lnTo>
                <a:lnTo>
                  <a:pt x="2819976" y="249489"/>
                </a:lnTo>
                <a:lnTo>
                  <a:pt x="2859100" y="272622"/>
                </a:lnTo>
                <a:lnTo>
                  <a:pt x="2897610" y="296665"/>
                </a:lnTo>
                <a:lnTo>
                  <a:pt x="2935491" y="321603"/>
                </a:lnTo>
                <a:lnTo>
                  <a:pt x="2972729" y="347421"/>
                </a:lnTo>
                <a:lnTo>
                  <a:pt x="3009309" y="374105"/>
                </a:lnTo>
                <a:lnTo>
                  <a:pt x="3045216" y="401639"/>
                </a:lnTo>
                <a:lnTo>
                  <a:pt x="3080435" y="430008"/>
                </a:lnTo>
                <a:lnTo>
                  <a:pt x="3114952" y="459198"/>
                </a:lnTo>
                <a:lnTo>
                  <a:pt x="3148752" y="489195"/>
                </a:lnTo>
                <a:lnTo>
                  <a:pt x="3181819" y="519982"/>
                </a:lnTo>
                <a:lnTo>
                  <a:pt x="3214140" y="551547"/>
                </a:lnTo>
                <a:lnTo>
                  <a:pt x="3245700" y="583873"/>
                </a:lnTo>
                <a:lnTo>
                  <a:pt x="3276482" y="616946"/>
                </a:lnTo>
                <a:lnTo>
                  <a:pt x="3306474" y="650751"/>
                </a:lnTo>
                <a:lnTo>
                  <a:pt x="3335660" y="685273"/>
                </a:lnTo>
                <a:lnTo>
                  <a:pt x="3364025" y="720498"/>
                </a:lnTo>
                <a:lnTo>
                  <a:pt x="3391554" y="756411"/>
                </a:lnTo>
                <a:lnTo>
                  <a:pt x="3418233" y="792996"/>
                </a:lnTo>
                <a:lnTo>
                  <a:pt x="3444047" y="830240"/>
                </a:lnTo>
                <a:lnTo>
                  <a:pt x="3468981" y="868128"/>
                </a:lnTo>
                <a:lnTo>
                  <a:pt x="3493020" y="906644"/>
                </a:lnTo>
                <a:lnTo>
                  <a:pt x="3516150" y="945773"/>
                </a:lnTo>
                <a:lnTo>
                  <a:pt x="3538356" y="985502"/>
                </a:lnTo>
                <a:lnTo>
                  <a:pt x="3559622" y="1025815"/>
                </a:lnTo>
                <a:lnTo>
                  <a:pt x="3579935" y="1066698"/>
                </a:lnTo>
                <a:lnTo>
                  <a:pt x="3599279" y="1108135"/>
                </a:lnTo>
                <a:lnTo>
                  <a:pt x="3617640" y="1150112"/>
                </a:lnTo>
                <a:lnTo>
                  <a:pt x="3635002" y="1192614"/>
                </a:lnTo>
                <a:lnTo>
                  <a:pt x="3651352" y="1235627"/>
                </a:lnTo>
                <a:lnTo>
                  <a:pt x="3666673" y="1279134"/>
                </a:lnTo>
                <a:lnTo>
                  <a:pt x="3680953" y="1323123"/>
                </a:lnTo>
                <a:lnTo>
                  <a:pt x="3694174" y="1367578"/>
                </a:lnTo>
                <a:lnTo>
                  <a:pt x="3706324" y="1412483"/>
                </a:lnTo>
                <a:lnTo>
                  <a:pt x="3717387" y="1457826"/>
                </a:lnTo>
                <a:lnTo>
                  <a:pt x="3727348" y="1503589"/>
                </a:lnTo>
                <a:lnTo>
                  <a:pt x="3736192" y="1549760"/>
                </a:lnTo>
                <a:lnTo>
                  <a:pt x="3743905" y="1596322"/>
                </a:lnTo>
                <a:lnTo>
                  <a:pt x="3750473" y="1643262"/>
                </a:lnTo>
                <a:lnTo>
                  <a:pt x="3755879" y="1690563"/>
                </a:lnTo>
                <a:lnTo>
                  <a:pt x="3760109" y="1738213"/>
                </a:lnTo>
                <a:lnTo>
                  <a:pt x="3763150" y="1786195"/>
                </a:lnTo>
                <a:lnTo>
                  <a:pt x="3764985" y="1834496"/>
                </a:lnTo>
                <a:lnTo>
                  <a:pt x="3765600" y="1883100"/>
                </a:lnTo>
                <a:lnTo>
                  <a:pt x="3764985" y="1931703"/>
                </a:lnTo>
                <a:lnTo>
                  <a:pt x="3763150" y="1980004"/>
                </a:lnTo>
                <a:lnTo>
                  <a:pt x="3760109" y="2027986"/>
                </a:lnTo>
                <a:lnTo>
                  <a:pt x="3755879" y="2075635"/>
                </a:lnTo>
                <a:lnTo>
                  <a:pt x="3750473" y="2122937"/>
                </a:lnTo>
                <a:lnTo>
                  <a:pt x="3743905" y="2169877"/>
                </a:lnTo>
                <a:lnTo>
                  <a:pt x="3736192" y="2216439"/>
                </a:lnTo>
                <a:lnTo>
                  <a:pt x="3727348" y="2262610"/>
                </a:lnTo>
                <a:lnTo>
                  <a:pt x="3717387" y="2308373"/>
                </a:lnTo>
                <a:lnTo>
                  <a:pt x="3706324" y="2353715"/>
                </a:lnTo>
                <a:lnTo>
                  <a:pt x="3694174" y="2398621"/>
                </a:lnTo>
                <a:lnTo>
                  <a:pt x="3680953" y="2443076"/>
                </a:lnTo>
                <a:lnTo>
                  <a:pt x="3666673" y="2487064"/>
                </a:lnTo>
                <a:lnTo>
                  <a:pt x="3651352" y="2530572"/>
                </a:lnTo>
                <a:lnTo>
                  <a:pt x="3635002" y="2573585"/>
                </a:lnTo>
                <a:lnTo>
                  <a:pt x="3617640" y="2616087"/>
                </a:lnTo>
                <a:lnTo>
                  <a:pt x="3599279" y="2658064"/>
                </a:lnTo>
                <a:lnTo>
                  <a:pt x="3579935" y="2699501"/>
                </a:lnTo>
                <a:lnTo>
                  <a:pt x="3559622" y="2740384"/>
                </a:lnTo>
                <a:lnTo>
                  <a:pt x="3538356" y="2780697"/>
                </a:lnTo>
                <a:lnTo>
                  <a:pt x="3516150" y="2820425"/>
                </a:lnTo>
                <a:lnTo>
                  <a:pt x="3493020" y="2859555"/>
                </a:lnTo>
                <a:lnTo>
                  <a:pt x="3468981" y="2898071"/>
                </a:lnTo>
                <a:lnTo>
                  <a:pt x="3444047" y="2935958"/>
                </a:lnTo>
                <a:lnTo>
                  <a:pt x="3418233" y="2973202"/>
                </a:lnTo>
                <a:lnTo>
                  <a:pt x="3391554" y="3009788"/>
                </a:lnTo>
                <a:lnTo>
                  <a:pt x="3364025" y="3045701"/>
                </a:lnTo>
                <a:lnTo>
                  <a:pt x="3335660" y="3080926"/>
                </a:lnTo>
                <a:lnTo>
                  <a:pt x="3306474" y="3115448"/>
                </a:lnTo>
                <a:lnTo>
                  <a:pt x="3276482" y="3149253"/>
                </a:lnTo>
                <a:lnTo>
                  <a:pt x="3245700" y="3182326"/>
                </a:lnTo>
                <a:lnTo>
                  <a:pt x="3214140" y="3214652"/>
                </a:lnTo>
                <a:lnTo>
                  <a:pt x="3181819" y="3246216"/>
                </a:lnTo>
                <a:lnTo>
                  <a:pt x="3148752" y="3277004"/>
                </a:lnTo>
                <a:lnTo>
                  <a:pt x="3114952" y="3307001"/>
                </a:lnTo>
                <a:lnTo>
                  <a:pt x="3080435" y="3336191"/>
                </a:lnTo>
                <a:lnTo>
                  <a:pt x="3045216" y="3364560"/>
                </a:lnTo>
                <a:lnTo>
                  <a:pt x="3009309" y="3392094"/>
                </a:lnTo>
                <a:lnTo>
                  <a:pt x="2972729" y="3418777"/>
                </a:lnTo>
                <a:lnTo>
                  <a:pt x="2935491" y="3444596"/>
                </a:lnTo>
                <a:lnTo>
                  <a:pt x="2897610" y="3469534"/>
                </a:lnTo>
                <a:lnTo>
                  <a:pt x="2859100" y="3493577"/>
                </a:lnTo>
                <a:lnTo>
                  <a:pt x="2819976" y="3516710"/>
                </a:lnTo>
                <a:lnTo>
                  <a:pt x="2780254" y="3538919"/>
                </a:lnTo>
                <a:lnTo>
                  <a:pt x="2739947" y="3560189"/>
                </a:lnTo>
                <a:lnTo>
                  <a:pt x="2699071" y="3580505"/>
                </a:lnTo>
                <a:lnTo>
                  <a:pt x="2657641" y="3599853"/>
                </a:lnTo>
                <a:lnTo>
                  <a:pt x="2615670" y="3618216"/>
                </a:lnTo>
                <a:lnTo>
                  <a:pt x="2573175" y="3635581"/>
                </a:lnTo>
                <a:lnTo>
                  <a:pt x="2530169" y="3651933"/>
                </a:lnTo>
                <a:lnTo>
                  <a:pt x="2486668" y="3667258"/>
                </a:lnTo>
                <a:lnTo>
                  <a:pt x="2442687" y="3681539"/>
                </a:lnTo>
                <a:lnTo>
                  <a:pt x="2398239" y="3694763"/>
                </a:lnTo>
                <a:lnTo>
                  <a:pt x="2353341" y="3706915"/>
                </a:lnTo>
                <a:lnTo>
                  <a:pt x="2308006" y="3717979"/>
                </a:lnTo>
                <a:lnTo>
                  <a:pt x="2262249" y="3727942"/>
                </a:lnTo>
                <a:lnTo>
                  <a:pt x="2216086" y="3736788"/>
                </a:lnTo>
                <a:lnTo>
                  <a:pt x="2169531" y="3744502"/>
                </a:lnTo>
                <a:lnTo>
                  <a:pt x="2122599" y="3751070"/>
                </a:lnTo>
                <a:lnTo>
                  <a:pt x="2075305" y="3756477"/>
                </a:lnTo>
                <a:lnTo>
                  <a:pt x="2027663" y="3760709"/>
                </a:lnTo>
                <a:lnTo>
                  <a:pt x="1979688" y="3763749"/>
                </a:lnTo>
                <a:lnTo>
                  <a:pt x="1931395" y="3765585"/>
                </a:lnTo>
                <a:lnTo>
                  <a:pt x="1882800" y="3766200"/>
                </a:lnTo>
                <a:lnTo>
                  <a:pt x="1834204" y="3765585"/>
                </a:lnTo>
                <a:lnTo>
                  <a:pt x="1785911" y="3763749"/>
                </a:lnTo>
                <a:lnTo>
                  <a:pt x="1737936" y="3760709"/>
                </a:lnTo>
                <a:lnTo>
                  <a:pt x="1690294" y="3756477"/>
                </a:lnTo>
                <a:lnTo>
                  <a:pt x="1643000" y="3751070"/>
                </a:lnTo>
                <a:lnTo>
                  <a:pt x="1596068" y="3744502"/>
                </a:lnTo>
                <a:lnTo>
                  <a:pt x="1549513" y="3736788"/>
                </a:lnTo>
                <a:lnTo>
                  <a:pt x="1503350" y="3727942"/>
                </a:lnTo>
                <a:lnTo>
                  <a:pt x="1457593" y="3717979"/>
                </a:lnTo>
                <a:lnTo>
                  <a:pt x="1412258" y="3706915"/>
                </a:lnTo>
                <a:lnTo>
                  <a:pt x="1367360" y="3694763"/>
                </a:lnTo>
                <a:lnTo>
                  <a:pt x="1322912" y="3681539"/>
                </a:lnTo>
                <a:lnTo>
                  <a:pt x="1278931" y="3667258"/>
                </a:lnTo>
                <a:lnTo>
                  <a:pt x="1235430" y="3651933"/>
                </a:lnTo>
                <a:lnTo>
                  <a:pt x="1192424" y="3635581"/>
                </a:lnTo>
                <a:lnTo>
                  <a:pt x="1149929" y="3618216"/>
                </a:lnTo>
                <a:lnTo>
                  <a:pt x="1107958" y="3599853"/>
                </a:lnTo>
                <a:lnTo>
                  <a:pt x="1066528" y="3580505"/>
                </a:lnTo>
                <a:lnTo>
                  <a:pt x="1025652" y="3560189"/>
                </a:lnTo>
                <a:lnTo>
                  <a:pt x="985345" y="3538919"/>
                </a:lnTo>
                <a:lnTo>
                  <a:pt x="945623" y="3516710"/>
                </a:lnTo>
                <a:lnTo>
                  <a:pt x="906499" y="3493577"/>
                </a:lnTo>
                <a:lnTo>
                  <a:pt x="867989" y="3469534"/>
                </a:lnTo>
                <a:lnTo>
                  <a:pt x="830108" y="3444596"/>
                </a:lnTo>
                <a:lnTo>
                  <a:pt x="792870" y="3418777"/>
                </a:lnTo>
                <a:lnTo>
                  <a:pt x="756290" y="3392094"/>
                </a:lnTo>
                <a:lnTo>
                  <a:pt x="720383" y="3364560"/>
                </a:lnTo>
                <a:lnTo>
                  <a:pt x="685164" y="3336191"/>
                </a:lnTo>
                <a:lnTo>
                  <a:pt x="650647" y="3307001"/>
                </a:lnTo>
                <a:lnTo>
                  <a:pt x="616847" y="3277004"/>
                </a:lnTo>
                <a:lnTo>
                  <a:pt x="583780" y="3246216"/>
                </a:lnTo>
                <a:lnTo>
                  <a:pt x="551459" y="3214652"/>
                </a:lnTo>
                <a:lnTo>
                  <a:pt x="519900" y="3182326"/>
                </a:lnTo>
                <a:lnTo>
                  <a:pt x="489117" y="3149253"/>
                </a:lnTo>
                <a:lnTo>
                  <a:pt x="459125" y="3115448"/>
                </a:lnTo>
                <a:lnTo>
                  <a:pt x="429939" y="3080926"/>
                </a:lnTo>
                <a:lnTo>
                  <a:pt x="401575" y="3045701"/>
                </a:lnTo>
                <a:lnTo>
                  <a:pt x="374045" y="3009788"/>
                </a:lnTo>
                <a:lnTo>
                  <a:pt x="347366" y="2973202"/>
                </a:lnTo>
                <a:lnTo>
                  <a:pt x="321552" y="2935958"/>
                </a:lnTo>
                <a:lnTo>
                  <a:pt x="296618" y="2898071"/>
                </a:lnTo>
                <a:lnTo>
                  <a:pt x="272579" y="2859555"/>
                </a:lnTo>
                <a:lnTo>
                  <a:pt x="249449" y="2820425"/>
                </a:lnTo>
                <a:lnTo>
                  <a:pt x="227243" y="2780697"/>
                </a:lnTo>
                <a:lnTo>
                  <a:pt x="205977" y="2740384"/>
                </a:lnTo>
                <a:lnTo>
                  <a:pt x="185664" y="2699501"/>
                </a:lnTo>
                <a:lnTo>
                  <a:pt x="166320" y="2658064"/>
                </a:lnTo>
                <a:lnTo>
                  <a:pt x="147959" y="2616087"/>
                </a:lnTo>
                <a:lnTo>
                  <a:pt x="130597" y="2573585"/>
                </a:lnTo>
                <a:lnTo>
                  <a:pt x="114247" y="2530572"/>
                </a:lnTo>
                <a:lnTo>
                  <a:pt x="98926" y="2487064"/>
                </a:lnTo>
                <a:lnTo>
                  <a:pt x="84646" y="2443076"/>
                </a:lnTo>
                <a:lnTo>
                  <a:pt x="71425" y="2398621"/>
                </a:lnTo>
                <a:lnTo>
                  <a:pt x="59275" y="2353715"/>
                </a:lnTo>
                <a:lnTo>
                  <a:pt x="48212" y="2308373"/>
                </a:lnTo>
                <a:lnTo>
                  <a:pt x="38251" y="2262610"/>
                </a:lnTo>
                <a:lnTo>
                  <a:pt x="29407" y="2216439"/>
                </a:lnTo>
                <a:lnTo>
                  <a:pt x="21694" y="2169877"/>
                </a:lnTo>
                <a:lnTo>
                  <a:pt x="15126" y="2122937"/>
                </a:lnTo>
                <a:lnTo>
                  <a:pt x="9720" y="2075635"/>
                </a:lnTo>
                <a:lnTo>
                  <a:pt x="5490" y="2027986"/>
                </a:lnTo>
                <a:lnTo>
                  <a:pt x="2449" y="1980004"/>
                </a:lnTo>
                <a:lnTo>
                  <a:pt x="614" y="1931703"/>
                </a:lnTo>
                <a:lnTo>
                  <a:pt x="0" y="1883100"/>
                </a:lnTo>
                <a:close/>
              </a:path>
            </a:pathLst>
          </a:custGeom>
          <a:ln w="28575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1737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479467" y="9655436"/>
            <a:ext cx="246951" cy="25267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7479467" y="9377474"/>
            <a:ext cx="246951" cy="252696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7749571" y="9377474"/>
            <a:ext cx="246951" cy="25269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749571" y="9655436"/>
            <a:ext cx="246951" cy="2526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242418" y="3543300"/>
            <a:ext cx="7803162" cy="3201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7564" y="2702051"/>
            <a:ext cx="17212310" cy="62122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6999"/>
                </a:lnTo>
                <a:lnTo>
                  <a:pt x="18288000" y="10286999"/>
                </a:lnTo>
                <a:lnTo>
                  <a:pt x="18288000" y="0"/>
                </a:lnTo>
                <a:close/>
              </a:path>
            </a:pathLst>
          </a:custGeom>
          <a:gradFill flip="none" rotWithShape="1">
            <a:gsLst>
              <a:gs pos="0">
                <a:schemeClr val="accent5">
                  <a:lumMod val="67000"/>
                </a:schemeClr>
              </a:gs>
              <a:gs pos="48000">
                <a:schemeClr val="accent5">
                  <a:lumMod val="97000"/>
                  <a:lumOff val="3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xfrm>
            <a:off x="559202" y="2931198"/>
            <a:ext cx="17209700" cy="2673424"/>
          </a:xfrm>
          <a:prstGeom prst="rect">
            <a:avLst/>
          </a:prstGeom>
        </p:spPr>
        <p:txBody>
          <a:bodyPr vert="horz" wrap="square" lIns="0" tIns="306705" rIns="0" bIns="0" rtlCol="0">
            <a:spAutoFit/>
          </a:bodyPr>
          <a:lstStyle/>
          <a:p>
            <a:pPr marL="12700" marR="5080">
              <a:lnSpc>
                <a:spcPct val="79900"/>
              </a:lnSpc>
              <a:spcBef>
                <a:spcPts val="2415"/>
              </a:spcBef>
            </a:pPr>
            <a:r>
              <a:rPr lang="ru-RU" sz="9600" dirty="0" err="1" smtClean="0">
                <a:solidFill>
                  <a:schemeClr val="bg1">
                    <a:lumMod val="95000"/>
                  </a:schemeClr>
                </a:solidFill>
              </a:rPr>
              <a:t>Микросервисы</a:t>
            </a:r>
            <a:r>
              <a:rPr lang="ru-RU" sz="9600" dirty="0" smtClean="0">
                <a:solidFill>
                  <a:schemeClr val="bg1">
                    <a:lumMod val="95000"/>
                  </a:schemeClr>
                </a:solidFill>
              </a:rPr>
              <a:t> и масштабирование</a:t>
            </a:r>
            <a:endParaRPr lang="ru-RU" sz="9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Подзаголовок 5"/>
          <p:cNvSpPr>
            <a:spLocks noGrp="1"/>
          </p:cNvSpPr>
          <p:nvPr>
            <p:ph type="subTitle" idx="4"/>
          </p:nvPr>
        </p:nvSpPr>
        <p:spPr>
          <a:xfrm>
            <a:off x="15544800" y="8890588"/>
            <a:ext cx="1828800" cy="615553"/>
          </a:xfrm>
        </p:spPr>
        <p:txBody>
          <a:bodyPr/>
          <a:lstStyle/>
          <a:p>
            <a:r>
              <a:rPr lang="ru-RU" sz="4000" spc="-140" dirty="0">
                <a:solidFill>
                  <a:schemeClr val="bg1"/>
                </a:solidFill>
              </a:rPr>
              <a:t>Лекция </a:t>
            </a:r>
            <a:r>
              <a:rPr lang="ru-RU" sz="4000" spc="-140" dirty="0" smtClean="0">
                <a:solidFill>
                  <a:schemeClr val="bg1"/>
                </a:solidFill>
              </a:rPr>
              <a:t>8</a:t>
            </a:r>
            <a:endParaRPr lang="ru-RU" sz="4000" dirty="0"/>
          </a:p>
        </p:txBody>
      </p:sp>
      <p:sp>
        <p:nvSpPr>
          <p:cNvPr id="5" name="object 5"/>
          <p:cNvSpPr txBox="1"/>
          <p:nvPr/>
        </p:nvSpPr>
        <p:spPr>
          <a:xfrm>
            <a:off x="539149" y="8896604"/>
            <a:ext cx="5219065" cy="11156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lang="ru-RU" sz="2400" b="1" spc="-25" dirty="0">
                <a:solidFill>
                  <a:schemeClr val="bg1"/>
                </a:solidFill>
                <a:latin typeface="Tahoma"/>
                <a:cs typeface="Tahoma"/>
              </a:rPr>
              <a:t>Ирина Степановна Трубчик</a:t>
            </a:r>
          </a:p>
          <a:p>
            <a:pPr marL="12700">
              <a:lnSpc>
                <a:spcPts val="2845"/>
              </a:lnSpc>
              <a:spcBef>
                <a:spcPts val="100"/>
              </a:spcBef>
            </a:pPr>
            <a:endParaRPr lang="ru-RU" altLang="ru-RU" sz="2400" b="1" spc="-25" dirty="0">
              <a:solidFill>
                <a:schemeClr val="bg1"/>
              </a:solidFill>
              <a:latin typeface="Tahoma"/>
              <a:cs typeface="Tahoma"/>
            </a:endParaRPr>
          </a:p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lang="en-US" altLang="ru-RU" sz="2400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</a:rPr>
              <a:t>https://t.me/+PsC-JDrwrvsxNmVi</a:t>
            </a:r>
            <a:endParaRPr sz="2400" dirty="0">
              <a:solidFill>
                <a:schemeClr val="bg1">
                  <a:lumMod val="95000"/>
                </a:schemeClr>
              </a:solidFill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87286" y="1940323"/>
            <a:ext cx="11723914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30"/>
              </a:lnSpc>
              <a:spcBef>
                <a:spcPts val="100"/>
              </a:spcBef>
            </a:pPr>
            <a:r>
              <a:rPr lang="ru-RU" altLang="ru-RU" sz="2800" dirty="0" smtClean="0">
                <a:latin typeface="Arial" panose="020B0604020202020204" pitchFamily="34" charset="0"/>
              </a:rPr>
              <a:t>Определение </a:t>
            </a:r>
            <a:r>
              <a:rPr lang="ru-RU" altLang="ru-RU" sz="2800" dirty="0" err="1" smtClean="0">
                <a:latin typeface="Arial" panose="020B0604020202020204" pitchFamily="34" charset="0"/>
              </a:rPr>
              <a:t>микросервисов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39149" y="1717629"/>
            <a:ext cx="890150" cy="923794"/>
          </a:xfrm>
          <a:custGeom>
            <a:avLst/>
            <a:gdLst/>
            <a:ahLst/>
            <a:cxnLst/>
            <a:rect l="l" t="t" r="r" b="b"/>
            <a:pathLst>
              <a:path w="1001394" h="1001395">
                <a:moveTo>
                  <a:pt x="0" y="500400"/>
                </a:moveTo>
                <a:lnTo>
                  <a:pt x="2290" y="452208"/>
                </a:lnTo>
                <a:lnTo>
                  <a:pt x="9022" y="405312"/>
                </a:lnTo>
                <a:lnTo>
                  <a:pt x="19987" y="359922"/>
                </a:lnTo>
                <a:lnTo>
                  <a:pt x="34973" y="316247"/>
                </a:lnTo>
                <a:lnTo>
                  <a:pt x="53772" y="274498"/>
                </a:lnTo>
                <a:lnTo>
                  <a:pt x="76173" y="234883"/>
                </a:lnTo>
                <a:lnTo>
                  <a:pt x="101968" y="197613"/>
                </a:lnTo>
                <a:lnTo>
                  <a:pt x="130946" y="162898"/>
                </a:lnTo>
                <a:lnTo>
                  <a:pt x="162898" y="130946"/>
                </a:lnTo>
                <a:lnTo>
                  <a:pt x="197613" y="101968"/>
                </a:lnTo>
                <a:lnTo>
                  <a:pt x="234883" y="76173"/>
                </a:lnTo>
                <a:lnTo>
                  <a:pt x="274498" y="53772"/>
                </a:lnTo>
                <a:lnTo>
                  <a:pt x="316247" y="34973"/>
                </a:lnTo>
                <a:lnTo>
                  <a:pt x="359922" y="19987"/>
                </a:lnTo>
                <a:lnTo>
                  <a:pt x="405312" y="9022"/>
                </a:lnTo>
                <a:lnTo>
                  <a:pt x="452208" y="2290"/>
                </a:lnTo>
                <a:lnTo>
                  <a:pt x="500400" y="0"/>
                </a:lnTo>
                <a:lnTo>
                  <a:pt x="548591" y="2290"/>
                </a:lnTo>
                <a:lnTo>
                  <a:pt x="595487" y="9022"/>
                </a:lnTo>
                <a:lnTo>
                  <a:pt x="640877" y="19987"/>
                </a:lnTo>
                <a:lnTo>
                  <a:pt x="684552" y="34973"/>
                </a:lnTo>
                <a:lnTo>
                  <a:pt x="726301" y="53772"/>
                </a:lnTo>
                <a:lnTo>
                  <a:pt x="765916" y="76173"/>
                </a:lnTo>
                <a:lnTo>
                  <a:pt x="803186" y="101968"/>
                </a:lnTo>
                <a:lnTo>
                  <a:pt x="837901" y="130946"/>
                </a:lnTo>
                <a:lnTo>
                  <a:pt x="869853" y="162898"/>
                </a:lnTo>
                <a:lnTo>
                  <a:pt x="898831" y="197613"/>
                </a:lnTo>
                <a:lnTo>
                  <a:pt x="924626" y="234883"/>
                </a:lnTo>
                <a:lnTo>
                  <a:pt x="947027" y="274498"/>
                </a:lnTo>
                <a:lnTo>
                  <a:pt x="965826" y="316247"/>
                </a:lnTo>
                <a:lnTo>
                  <a:pt x="980812" y="359922"/>
                </a:lnTo>
                <a:lnTo>
                  <a:pt x="991777" y="405312"/>
                </a:lnTo>
                <a:lnTo>
                  <a:pt x="998509" y="452208"/>
                </a:lnTo>
                <a:lnTo>
                  <a:pt x="1000800" y="500400"/>
                </a:lnTo>
                <a:lnTo>
                  <a:pt x="998509" y="548591"/>
                </a:lnTo>
                <a:lnTo>
                  <a:pt x="991777" y="595487"/>
                </a:lnTo>
                <a:lnTo>
                  <a:pt x="980812" y="640877"/>
                </a:lnTo>
                <a:lnTo>
                  <a:pt x="965826" y="684552"/>
                </a:lnTo>
                <a:lnTo>
                  <a:pt x="947027" y="726301"/>
                </a:lnTo>
                <a:lnTo>
                  <a:pt x="924626" y="765916"/>
                </a:lnTo>
                <a:lnTo>
                  <a:pt x="898831" y="803186"/>
                </a:lnTo>
                <a:lnTo>
                  <a:pt x="869853" y="837901"/>
                </a:lnTo>
                <a:lnTo>
                  <a:pt x="837901" y="869853"/>
                </a:lnTo>
                <a:lnTo>
                  <a:pt x="803186" y="898831"/>
                </a:lnTo>
                <a:lnTo>
                  <a:pt x="765916" y="924626"/>
                </a:lnTo>
                <a:lnTo>
                  <a:pt x="726301" y="947027"/>
                </a:lnTo>
                <a:lnTo>
                  <a:pt x="684552" y="965826"/>
                </a:lnTo>
                <a:lnTo>
                  <a:pt x="640877" y="980812"/>
                </a:lnTo>
                <a:lnTo>
                  <a:pt x="595487" y="991777"/>
                </a:lnTo>
                <a:lnTo>
                  <a:pt x="548591" y="998509"/>
                </a:lnTo>
                <a:lnTo>
                  <a:pt x="500400" y="1000800"/>
                </a:lnTo>
                <a:lnTo>
                  <a:pt x="452208" y="998509"/>
                </a:lnTo>
                <a:lnTo>
                  <a:pt x="405312" y="991777"/>
                </a:lnTo>
                <a:lnTo>
                  <a:pt x="359922" y="980812"/>
                </a:lnTo>
                <a:lnTo>
                  <a:pt x="316247" y="965826"/>
                </a:lnTo>
                <a:lnTo>
                  <a:pt x="274498" y="947027"/>
                </a:lnTo>
                <a:lnTo>
                  <a:pt x="234883" y="924626"/>
                </a:lnTo>
                <a:lnTo>
                  <a:pt x="197613" y="898831"/>
                </a:lnTo>
                <a:lnTo>
                  <a:pt x="162898" y="869853"/>
                </a:lnTo>
                <a:lnTo>
                  <a:pt x="130946" y="837901"/>
                </a:lnTo>
                <a:lnTo>
                  <a:pt x="101968" y="803186"/>
                </a:lnTo>
                <a:lnTo>
                  <a:pt x="76173" y="765916"/>
                </a:lnTo>
                <a:lnTo>
                  <a:pt x="53772" y="726301"/>
                </a:lnTo>
                <a:lnTo>
                  <a:pt x="34973" y="684552"/>
                </a:lnTo>
                <a:lnTo>
                  <a:pt x="19987" y="640877"/>
                </a:lnTo>
                <a:lnTo>
                  <a:pt x="9022" y="595487"/>
                </a:lnTo>
                <a:lnTo>
                  <a:pt x="2290" y="548591"/>
                </a:lnTo>
                <a:lnTo>
                  <a:pt x="0" y="500400"/>
                </a:lnTo>
                <a:close/>
              </a:path>
            </a:pathLst>
          </a:custGeom>
          <a:noFill/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1531" y="2001288"/>
            <a:ext cx="16256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295" dirty="0">
                <a:latin typeface="Tahoma"/>
                <a:cs typeface="Tahoma"/>
              </a:rPr>
              <a:t>1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719943" y="3480734"/>
            <a:ext cx="12605657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lang="ru-RU" altLang="ru-RU" sz="2800" dirty="0">
                <a:latin typeface="Arial" panose="020B0604020202020204" pitchFamily="34" charset="0"/>
              </a:rPr>
              <a:t>Почему </a:t>
            </a:r>
            <a:r>
              <a:rPr lang="ru-RU" altLang="ru-RU" sz="2800" dirty="0" err="1">
                <a:latin typeface="Arial" panose="020B0604020202020204" pitchFamily="34" charset="0"/>
              </a:rPr>
              <a:t>микросервисы</a:t>
            </a:r>
            <a:r>
              <a:rPr lang="ru-RU" altLang="ru-RU" sz="2800" dirty="0">
                <a:latin typeface="Arial" panose="020B0604020202020204" pitchFamily="34" charset="0"/>
              </a:rPr>
              <a:t> популярны в ML и IT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57001" y="3232597"/>
            <a:ext cx="890150" cy="923794"/>
          </a:xfrm>
          <a:custGeom>
            <a:avLst/>
            <a:gdLst/>
            <a:ahLst/>
            <a:cxnLst/>
            <a:rect l="l" t="t" r="r" b="b"/>
            <a:pathLst>
              <a:path w="1001394" h="1001395">
                <a:moveTo>
                  <a:pt x="0" y="500400"/>
                </a:moveTo>
                <a:lnTo>
                  <a:pt x="2290" y="452208"/>
                </a:lnTo>
                <a:lnTo>
                  <a:pt x="9022" y="405312"/>
                </a:lnTo>
                <a:lnTo>
                  <a:pt x="19987" y="359922"/>
                </a:lnTo>
                <a:lnTo>
                  <a:pt x="34973" y="316247"/>
                </a:lnTo>
                <a:lnTo>
                  <a:pt x="53772" y="274498"/>
                </a:lnTo>
                <a:lnTo>
                  <a:pt x="76173" y="234883"/>
                </a:lnTo>
                <a:lnTo>
                  <a:pt x="101968" y="197613"/>
                </a:lnTo>
                <a:lnTo>
                  <a:pt x="130946" y="162898"/>
                </a:lnTo>
                <a:lnTo>
                  <a:pt x="162898" y="130946"/>
                </a:lnTo>
                <a:lnTo>
                  <a:pt x="197613" y="101968"/>
                </a:lnTo>
                <a:lnTo>
                  <a:pt x="234883" y="76173"/>
                </a:lnTo>
                <a:lnTo>
                  <a:pt x="274498" y="53772"/>
                </a:lnTo>
                <a:lnTo>
                  <a:pt x="316247" y="34973"/>
                </a:lnTo>
                <a:lnTo>
                  <a:pt x="359922" y="19987"/>
                </a:lnTo>
                <a:lnTo>
                  <a:pt x="405312" y="9022"/>
                </a:lnTo>
                <a:lnTo>
                  <a:pt x="452208" y="2290"/>
                </a:lnTo>
                <a:lnTo>
                  <a:pt x="500400" y="0"/>
                </a:lnTo>
                <a:lnTo>
                  <a:pt x="548591" y="2290"/>
                </a:lnTo>
                <a:lnTo>
                  <a:pt x="595487" y="9022"/>
                </a:lnTo>
                <a:lnTo>
                  <a:pt x="640877" y="19987"/>
                </a:lnTo>
                <a:lnTo>
                  <a:pt x="684552" y="34973"/>
                </a:lnTo>
                <a:lnTo>
                  <a:pt x="726301" y="53772"/>
                </a:lnTo>
                <a:lnTo>
                  <a:pt x="765916" y="76173"/>
                </a:lnTo>
                <a:lnTo>
                  <a:pt x="803186" y="101968"/>
                </a:lnTo>
                <a:lnTo>
                  <a:pt x="837901" y="130946"/>
                </a:lnTo>
                <a:lnTo>
                  <a:pt x="869853" y="162898"/>
                </a:lnTo>
                <a:lnTo>
                  <a:pt x="898831" y="197613"/>
                </a:lnTo>
                <a:lnTo>
                  <a:pt x="924626" y="234883"/>
                </a:lnTo>
                <a:lnTo>
                  <a:pt x="947027" y="274498"/>
                </a:lnTo>
                <a:lnTo>
                  <a:pt x="965826" y="316247"/>
                </a:lnTo>
                <a:lnTo>
                  <a:pt x="980812" y="359922"/>
                </a:lnTo>
                <a:lnTo>
                  <a:pt x="991777" y="405312"/>
                </a:lnTo>
                <a:lnTo>
                  <a:pt x="998509" y="452208"/>
                </a:lnTo>
                <a:lnTo>
                  <a:pt x="1000800" y="500400"/>
                </a:lnTo>
                <a:lnTo>
                  <a:pt x="998509" y="548591"/>
                </a:lnTo>
                <a:lnTo>
                  <a:pt x="991777" y="595487"/>
                </a:lnTo>
                <a:lnTo>
                  <a:pt x="980812" y="640877"/>
                </a:lnTo>
                <a:lnTo>
                  <a:pt x="965826" y="684552"/>
                </a:lnTo>
                <a:lnTo>
                  <a:pt x="947027" y="726301"/>
                </a:lnTo>
                <a:lnTo>
                  <a:pt x="924626" y="765916"/>
                </a:lnTo>
                <a:lnTo>
                  <a:pt x="898831" y="803186"/>
                </a:lnTo>
                <a:lnTo>
                  <a:pt x="869853" y="837901"/>
                </a:lnTo>
                <a:lnTo>
                  <a:pt x="837901" y="869853"/>
                </a:lnTo>
                <a:lnTo>
                  <a:pt x="803186" y="898831"/>
                </a:lnTo>
                <a:lnTo>
                  <a:pt x="765916" y="924626"/>
                </a:lnTo>
                <a:lnTo>
                  <a:pt x="726301" y="947027"/>
                </a:lnTo>
                <a:lnTo>
                  <a:pt x="684552" y="965826"/>
                </a:lnTo>
                <a:lnTo>
                  <a:pt x="640877" y="980812"/>
                </a:lnTo>
                <a:lnTo>
                  <a:pt x="595487" y="991777"/>
                </a:lnTo>
                <a:lnTo>
                  <a:pt x="548591" y="998509"/>
                </a:lnTo>
                <a:lnTo>
                  <a:pt x="500400" y="1000800"/>
                </a:lnTo>
                <a:lnTo>
                  <a:pt x="452208" y="998509"/>
                </a:lnTo>
                <a:lnTo>
                  <a:pt x="405312" y="991777"/>
                </a:lnTo>
                <a:lnTo>
                  <a:pt x="359922" y="980812"/>
                </a:lnTo>
                <a:lnTo>
                  <a:pt x="316247" y="965826"/>
                </a:lnTo>
                <a:lnTo>
                  <a:pt x="274498" y="947027"/>
                </a:lnTo>
                <a:lnTo>
                  <a:pt x="234883" y="924626"/>
                </a:lnTo>
                <a:lnTo>
                  <a:pt x="197613" y="898831"/>
                </a:lnTo>
                <a:lnTo>
                  <a:pt x="162898" y="869853"/>
                </a:lnTo>
                <a:lnTo>
                  <a:pt x="130946" y="837901"/>
                </a:lnTo>
                <a:lnTo>
                  <a:pt x="101968" y="803186"/>
                </a:lnTo>
                <a:lnTo>
                  <a:pt x="76173" y="765916"/>
                </a:lnTo>
                <a:lnTo>
                  <a:pt x="53772" y="726301"/>
                </a:lnTo>
                <a:lnTo>
                  <a:pt x="34973" y="684552"/>
                </a:lnTo>
                <a:lnTo>
                  <a:pt x="19987" y="640877"/>
                </a:lnTo>
                <a:lnTo>
                  <a:pt x="9022" y="595487"/>
                </a:lnTo>
                <a:lnTo>
                  <a:pt x="2290" y="548591"/>
                </a:lnTo>
                <a:lnTo>
                  <a:pt x="0" y="500400"/>
                </a:lnTo>
                <a:close/>
              </a:path>
            </a:pathLst>
          </a:custGeom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51831" y="3488712"/>
            <a:ext cx="18796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5" dirty="0">
                <a:latin typeface="Tahoma"/>
                <a:cs typeface="Tahoma"/>
              </a:rPr>
              <a:t>2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9149" y="284988"/>
            <a:ext cx="8452451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5600" spc="229" dirty="0">
                <a:solidFill>
                  <a:schemeClr val="accent5">
                    <a:lumMod val="75000"/>
                  </a:schemeClr>
                </a:solidFill>
              </a:rPr>
              <a:t>Цели занятия</a:t>
            </a:r>
            <a:endParaRPr sz="5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658383" y="4971129"/>
            <a:ext cx="11219417" cy="3718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45"/>
              </a:lnSpc>
              <a:spcBef>
                <a:spcPts val="100"/>
              </a:spcBef>
            </a:pPr>
            <a:r>
              <a:rPr lang="ru-RU" sz="2800" dirty="0">
                <a:latin typeface="Tahoma"/>
                <a:cs typeface="Tahoma"/>
              </a:rPr>
              <a:t>Связь с масштабированием и гибкостью систем</a:t>
            </a:r>
            <a:endParaRPr sz="2800" dirty="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57001" y="4722421"/>
            <a:ext cx="890150" cy="923794"/>
          </a:xfrm>
          <a:custGeom>
            <a:avLst/>
            <a:gdLst/>
            <a:ahLst/>
            <a:cxnLst/>
            <a:rect l="l" t="t" r="r" b="b"/>
            <a:pathLst>
              <a:path w="1001394" h="1001395">
                <a:moveTo>
                  <a:pt x="0" y="500400"/>
                </a:moveTo>
                <a:lnTo>
                  <a:pt x="2290" y="452208"/>
                </a:lnTo>
                <a:lnTo>
                  <a:pt x="9022" y="405312"/>
                </a:lnTo>
                <a:lnTo>
                  <a:pt x="19987" y="359922"/>
                </a:lnTo>
                <a:lnTo>
                  <a:pt x="34973" y="316247"/>
                </a:lnTo>
                <a:lnTo>
                  <a:pt x="53772" y="274498"/>
                </a:lnTo>
                <a:lnTo>
                  <a:pt x="76173" y="234883"/>
                </a:lnTo>
                <a:lnTo>
                  <a:pt x="101968" y="197613"/>
                </a:lnTo>
                <a:lnTo>
                  <a:pt x="130946" y="162898"/>
                </a:lnTo>
                <a:lnTo>
                  <a:pt x="162898" y="130946"/>
                </a:lnTo>
                <a:lnTo>
                  <a:pt x="197613" y="101968"/>
                </a:lnTo>
                <a:lnTo>
                  <a:pt x="234883" y="76173"/>
                </a:lnTo>
                <a:lnTo>
                  <a:pt x="274498" y="53772"/>
                </a:lnTo>
                <a:lnTo>
                  <a:pt x="316247" y="34973"/>
                </a:lnTo>
                <a:lnTo>
                  <a:pt x="359922" y="19987"/>
                </a:lnTo>
                <a:lnTo>
                  <a:pt x="405312" y="9022"/>
                </a:lnTo>
                <a:lnTo>
                  <a:pt x="452208" y="2290"/>
                </a:lnTo>
                <a:lnTo>
                  <a:pt x="500400" y="0"/>
                </a:lnTo>
                <a:lnTo>
                  <a:pt x="548591" y="2290"/>
                </a:lnTo>
                <a:lnTo>
                  <a:pt x="595487" y="9022"/>
                </a:lnTo>
                <a:lnTo>
                  <a:pt x="640877" y="19987"/>
                </a:lnTo>
                <a:lnTo>
                  <a:pt x="684552" y="34973"/>
                </a:lnTo>
                <a:lnTo>
                  <a:pt x="726301" y="53772"/>
                </a:lnTo>
                <a:lnTo>
                  <a:pt x="765916" y="76173"/>
                </a:lnTo>
                <a:lnTo>
                  <a:pt x="803186" y="101968"/>
                </a:lnTo>
                <a:lnTo>
                  <a:pt x="837901" y="130946"/>
                </a:lnTo>
                <a:lnTo>
                  <a:pt x="869853" y="162898"/>
                </a:lnTo>
                <a:lnTo>
                  <a:pt x="898831" y="197613"/>
                </a:lnTo>
                <a:lnTo>
                  <a:pt x="924626" y="234883"/>
                </a:lnTo>
                <a:lnTo>
                  <a:pt x="947027" y="274498"/>
                </a:lnTo>
                <a:lnTo>
                  <a:pt x="965826" y="316247"/>
                </a:lnTo>
                <a:lnTo>
                  <a:pt x="980812" y="359922"/>
                </a:lnTo>
                <a:lnTo>
                  <a:pt x="991777" y="405312"/>
                </a:lnTo>
                <a:lnTo>
                  <a:pt x="998509" y="452208"/>
                </a:lnTo>
                <a:lnTo>
                  <a:pt x="1000800" y="500400"/>
                </a:lnTo>
                <a:lnTo>
                  <a:pt x="998509" y="548591"/>
                </a:lnTo>
                <a:lnTo>
                  <a:pt x="991777" y="595487"/>
                </a:lnTo>
                <a:lnTo>
                  <a:pt x="980812" y="640877"/>
                </a:lnTo>
                <a:lnTo>
                  <a:pt x="965826" y="684552"/>
                </a:lnTo>
                <a:lnTo>
                  <a:pt x="947027" y="726301"/>
                </a:lnTo>
                <a:lnTo>
                  <a:pt x="924626" y="765916"/>
                </a:lnTo>
                <a:lnTo>
                  <a:pt x="898831" y="803186"/>
                </a:lnTo>
                <a:lnTo>
                  <a:pt x="869853" y="837901"/>
                </a:lnTo>
                <a:lnTo>
                  <a:pt x="837901" y="869853"/>
                </a:lnTo>
                <a:lnTo>
                  <a:pt x="803186" y="898831"/>
                </a:lnTo>
                <a:lnTo>
                  <a:pt x="765916" y="924626"/>
                </a:lnTo>
                <a:lnTo>
                  <a:pt x="726301" y="947027"/>
                </a:lnTo>
                <a:lnTo>
                  <a:pt x="684552" y="965826"/>
                </a:lnTo>
                <a:lnTo>
                  <a:pt x="640877" y="980812"/>
                </a:lnTo>
                <a:lnTo>
                  <a:pt x="595487" y="991777"/>
                </a:lnTo>
                <a:lnTo>
                  <a:pt x="548591" y="998509"/>
                </a:lnTo>
                <a:lnTo>
                  <a:pt x="500400" y="1000800"/>
                </a:lnTo>
                <a:lnTo>
                  <a:pt x="452208" y="998509"/>
                </a:lnTo>
                <a:lnTo>
                  <a:pt x="405312" y="991777"/>
                </a:lnTo>
                <a:lnTo>
                  <a:pt x="359922" y="980812"/>
                </a:lnTo>
                <a:lnTo>
                  <a:pt x="316247" y="965826"/>
                </a:lnTo>
                <a:lnTo>
                  <a:pt x="274498" y="947027"/>
                </a:lnTo>
                <a:lnTo>
                  <a:pt x="234883" y="924626"/>
                </a:lnTo>
                <a:lnTo>
                  <a:pt x="197613" y="898831"/>
                </a:lnTo>
                <a:lnTo>
                  <a:pt x="162898" y="869853"/>
                </a:lnTo>
                <a:lnTo>
                  <a:pt x="130946" y="837901"/>
                </a:lnTo>
                <a:lnTo>
                  <a:pt x="101968" y="803186"/>
                </a:lnTo>
                <a:lnTo>
                  <a:pt x="76173" y="765916"/>
                </a:lnTo>
                <a:lnTo>
                  <a:pt x="53772" y="726301"/>
                </a:lnTo>
                <a:lnTo>
                  <a:pt x="34973" y="684552"/>
                </a:lnTo>
                <a:lnTo>
                  <a:pt x="19987" y="640877"/>
                </a:lnTo>
                <a:lnTo>
                  <a:pt x="9022" y="595487"/>
                </a:lnTo>
                <a:lnTo>
                  <a:pt x="2290" y="548591"/>
                </a:lnTo>
                <a:lnTo>
                  <a:pt x="0" y="500400"/>
                </a:lnTo>
                <a:close/>
              </a:path>
            </a:pathLst>
          </a:custGeom>
          <a:ln w="28575">
            <a:solidFill>
              <a:schemeClr val="accent5">
                <a:lumMod val="75000"/>
              </a:schemeClr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51831" y="4946169"/>
            <a:ext cx="18796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65" dirty="0">
                <a:latin typeface="Tahoma"/>
                <a:cs typeface="Tahoma"/>
              </a:rPr>
              <a:t>3</a:t>
            </a:r>
            <a:endParaRPr sz="2400" dirty="0">
              <a:latin typeface="Tahoma"/>
              <a:cs typeface="Tahoma"/>
            </a:endParaRPr>
          </a:p>
        </p:txBody>
      </p:sp>
      <p:pic>
        <p:nvPicPr>
          <p:cNvPr id="15" name="Рисунок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6" y="7353300"/>
            <a:ext cx="2610214" cy="2476846"/>
          </a:xfrm>
          <a:prstGeom prst="rect">
            <a:avLst/>
          </a:prstGeom>
        </p:spPr>
      </p:pic>
      <p:sp>
        <p:nvSpPr>
          <p:cNvPr id="16" name="Прямоугольник 15"/>
          <p:cNvSpPr/>
          <p:nvPr/>
        </p:nvSpPr>
        <p:spPr>
          <a:xfrm>
            <a:off x="3505200" y="8369739"/>
            <a:ext cx="13563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 smtClean="0">
                <a:latin typeface="fkGroteskNeue"/>
              </a:rPr>
              <a:t>Какие </a:t>
            </a:r>
            <a:r>
              <a:rPr lang="ru-RU" sz="3200" i="1" dirty="0">
                <a:latin typeface="fkGroteskNeue"/>
              </a:rPr>
              <a:t>сервисы в вашем опыте можно считать </a:t>
            </a:r>
            <a:r>
              <a:rPr lang="ru-RU" sz="3200" i="1" dirty="0" err="1">
                <a:latin typeface="fkGroteskNeue"/>
              </a:rPr>
              <a:t>микросервисами</a:t>
            </a:r>
            <a:r>
              <a:rPr lang="ru-RU" sz="3200" i="1" dirty="0">
                <a:latin typeface="fkGroteskNeue"/>
              </a:rPr>
              <a:t>?</a:t>
            </a:r>
            <a:endParaRPr lang="ru-RU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6400" y="495300"/>
            <a:ext cx="163830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6600" dirty="0">
                <a:solidFill>
                  <a:schemeClr val="bg1">
                    <a:lumMod val="95000"/>
                  </a:schemeClr>
                </a:solidFill>
              </a:rPr>
              <a:t>Что такое </a:t>
            </a:r>
            <a:r>
              <a:rPr lang="ru-RU" sz="6600" dirty="0" err="1" smtClean="0">
                <a:solidFill>
                  <a:schemeClr val="bg1">
                    <a:lumMod val="95000"/>
                  </a:schemeClr>
                </a:solidFill>
              </a:rPr>
              <a:t>микросервисы</a:t>
            </a:r>
            <a:endParaRPr lang="ru-RU" sz="66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447800" y="2705100"/>
            <a:ext cx="153924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4000" dirty="0" err="1">
                <a:solidFill>
                  <a:schemeClr val="bg1">
                    <a:lumMod val="95000"/>
                  </a:schemeClr>
                </a:solidFill>
                <a:latin typeface="fkGroteskNeue"/>
              </a:rPr>
              <a:t>Микросервисы</a:t>
            </a: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 — это архитектурный стиль, где приложение разбивается на отдельные независимые сервисы, каждый из которых реализует ограниченную функциональность</a:t>
            </a:r>
            <a:r>
              <a:rPr lang="ru-RU" altLang="ru-RU" sz="4000" dirty="0" smtClean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/>
            </a:r>
            <a:b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</a:br>
            <a:r>
              <a:rPr lang="ru-RU" altLang="ru-RU" sz="4000" dirty="0" err="1">
                <a:solidFill>
                  <a:schemeClr val="bg1">
                    <a:lumMod val="95000"/>
                  </a:schemeClr>
                </a:solidFill>
                <a:latin typeface="fkGroteskNeue"/>
              </a:rPr>
              <a:t>Микросервисы</a:t>
            </a: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 помогают командам работать автономно, упрощают масштабирование и ускоряют доставку изменений</a:t>
            </a:r>
            <a:r>
              <a:rPr lang="ru-RU" altLang="ru-RU" sz="4000" dirty="0" smtClean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﻿</a:t>
            </a: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</a:rPr>
              <a:t/>
            </a:r>
            <a:br>
              <a:rPr lang="ru-RU" altLang="ru-RU" sz="4000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В контексте ML </a:t>
            </a:r>
            <a:r>
              <a:rPr lang="ru-RU" altLang="ru-RU" sz="4000" dirty="0" err="1">
                <a:solidFill>
                  <a:schemeClr val="bg1">
                    <a:lumMod val="95000"/>
                  </a:schemeClr>
                </a:solidFill>
                <a:latin typeface="fkGroteskNeue"/>
              </a:rPr>
              <a:t>микросервисы</a:t>
            </a: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 позволяют изолировать </a:t>
            </a:r>
            <a:r>
              <a:rPr lang="ru-RU" altLang="ru-RU" sz="4000" dirty="0" err="1">
                <a:solidFill>
                  <a:schemeClr val="bg1">
                    <a:lumMod val="95000"/>
                  </a:schemeClr>
                </a:solidFill>
                <a:latin typeface="fkGroteskNeue"/>
              </a:rPr>
              <a:t>inference</a:t>
            </a: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, обучение, мониторинг, предобработку и интегрироваться с другими системами</a:t>
            </a:r>
            <a:r>
              <a:rPr lang="ru-RU" altLang="ru-RU" sz="4000" dirty="0">
                <a:solidFill>
                  <a:schemeClr val="bg1">
                    <a:lumMod val="95000"/>
                  </a:schemeClr>
                </a:solidFill>
              </a:rPr>
              <a:t> </a:t>
            </a:r>
            <a:endParaRPr lang="ru-RU" altLang="ru-RU" sz="5400" dirty="0">
              <a:solidFill>
                <a:schemeClr val="bg1">
                  <a:lumMod val="95000"/>
                </a:schemeClr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61498"/>
            <a:ext cx="163830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6600" dirty="0">
                <a:solidFill>
                  <a:schemeClr val="accent5">
                    <a:lumMod val="75000"/>
                  </a:schemeClr>
                </a:solidFill>
              </a:rPr>
              <a:t>Преимущества </a:t>
            </a:r>
            <a:r>
              <a:rPr lang="ru-RU" sz="6600" dirty="0" err="1">
                <a:solidFill>
                  <a:schemeClr val="accent5">
                    <a:lumMod val="75000"/>
                  </a:schemeClr>
                </a:solidFill>
              </a:rPr>
              <a:t>микросервисов</a:t>
            </a:r>
            <a:endParaRPr lang="ru-RU" sz="6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5000" y="2095500"/>
            <a:ext cx="15316200" cy="4945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Независимое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развертывание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Масштабирование по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компонентам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Повышение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устойчивости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Гибкий выбор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технологий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Упрощение командной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работы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6" y="7353300"/>
            <a:ext cx="2610214" cy="247684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505200" y="8877300"/>
            <a:ext cx="13563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latin typeface="fkGroteskNeue"/>
              </a:rPr>
              <a:t>перечислите преимущества для команды ML-архитекторов</a:t>
            </a:r>
          </a:p>
        </p:txBody>
      </p:sp>
    </p:spTree>
    <p:extLst>
      <p:ext uri="{BB962C8B-B14F-4D97-AF65-F5344CB8AC3E}">
        <p14:creationId xmlns:p14="http://schemas.microsoft.com/office/powerpoint/2010/main" val="1867595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61498"/>
            <a:ext cx="163830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6600" dirty="0" smtClean="0">
                <a:solidFill>
                  <a:schemeClr val="accent5">
                    <a:lumMod val="75000"/>
                  </a:schemeClr>
                </a:solidFill>
              </a:rPr>
              <a:t>Недостатки </a:t>
            </a:r>
            <a:r>
              <a:rPr lang="ru-RU" sz="6600" dirty="0" err="1" smtClean="0">
                <a:solidFill>
                  <a:schemeClr val="accent5">
                    <a:lumMod val="75000"/>
                  </a:schemeClr>
                </a:solidFill>
              </a:rPr>
              <a:t>микросервисов</a:t>
            </a:r>
            <a:endParaRPr lang="ru-RU" sz="6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905000" y="2095500"/>
            <a:ext cx="15316200" cy="3913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Сложности с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интеграцией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Межсервисное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взаимодействие (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latency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надежность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Управление инфраструктурой и </a:t>
            </a:r>
            <a:r>
              <a:rPr lang="ru-RU" sz="4400" b="1" dirty="0" err="1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оркестрация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Мониторинг и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логирование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всех сервисов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756" y="7353300"/>
            <a:ext cx="2610214" cy="247684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3505200" y="8877300"/>
            <a:ext cx="13563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latin typeface="fkGroteskNeue"/>
              </a:rPr>
              <a:t>Какие проблемы вы испытывали с </a:t>
            </a:r>
            <a:r>
              <a:rPr lang="ru-RU" sz="3200" i="1" dirty="0" err="1" smtClean="0">
                <a:latin typeface="fkGroteskNeue"/>
              </a:rPr>
              <a:t>микросервисами</a:t>
            </a:r>
            <a:r>
              <a:rPr lang="ru-RU" sz="3200" i="1" dirty="0" smtClean="0">
                <a:latin typeface="fkGroteskNeue"/>
              </a:rPr>
              <a:t>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7236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61498"/>
            <a:ext cx="1638300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6600" dirty="0" smtClean="0">
                <a:solidFill>
                  <a:schemeClr val="accent5">
                    <a:lumMod val="75000"/>
                  </a:schemeClr>
                </a:solidFill>
              </a:rPr>
              <a:t>Пример </a:t>
            </a:r>
            <a:r>
              <a:rPr lang="ru-RU" sz="6600" dirty="0" err="1" smtClean="0">
                <a:solidFill>
                  <a:schemeClr val="accent5">
                    <a:lumMod val="75000"/>
                  </a:schemeClr>
                </a:solidFill>
              </a:rPr>
              <a:t>микросервиса</a:t>
            </a:r>
            <a:endParaRPr lang="ru-RU" sz="66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1524000" y="1414089"/>
            <a:ext cx="15316200" cy="1509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https://github.com/Irina-64/T25--</a:t>
            </a:r>
            <a:r>
              <a:rPr lang="en-US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4m_MLOps/blob/main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/Лекции</a:t>
            </a:r>
            <a:r>
              <a:rPr lang="en-US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/microservices-example.md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074" name="Picture 2" descr="UML диаграмма развертывания микросервисной архитектуры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3314700"/>
            <a:ext cx="6477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33400" y="2947389"/>
            <a:ext cx="68500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UML диаграмма развертывания </a:t>
            </a:r>
            <a:r>
              <a:rPr lang="ru-RU" dirty="0" err="1">
                <a:solidFill>
                  <a:schemeClr val="bg1">
                    <a:lumMod val="95000"/>
                  </a:schemeClr>
                </a:solidFill>
                <a:latin typeface="fkGroteskNeue"/>
              </a:rPr>
              <a:t>микросервисной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fkGroteskNeue"/>
              </a:rPr>
              <a:t> архитектуры</a:t>
            </a:r>
            <a:endParaRPr lang="ru-RU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3076" name="Picture 4" descr="UML диаграмма последовательности взаимодействия микросервисов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63200" y="3314700"/>
            <a:ext cx="6477000" cy="647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10867805" y="2960758"/>
            <a:ext cx="60926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  <a:latin typeface="fkGrotesk"/>
              </a:rPr>
              <a:t>UML </a:t>
            </a:r>
            <a:r>
              <a:rPr lang="ru-RU" dirty="0">
                <a:solidFill>
                  <a:schemeClr val="bg1">
                    <a:lumMod val="95000"/>
                  </a:schemeClr>
                </a:solidFill>
                <a:latin typeface="fkGrotesk"/>
              </a:rPr>
              <a:t>Диаграмма последовательности взаимодействия</a:t>
            </a:r>
            <a:r>
              <a:rPr lang="ru-RU" dirty="0">
                <a:latin typeface="fkGrotesk"/>
              </a:rPr>
              <a:t>:</a:t>
            </a:r>
            <a:endParaRPr lang="ru-RU" b="0" i="0" dirty="0">
              <a:effectLst/>
              <a:latin typeface="fkGrotesk"/>
            </a:endParaRPr>
          </a:p>
        </p:txBody>
      </p:sp>
    </p:spTree>
    <p:extLst>
      <p:ext uri="{BB962C8B-B14F-4D97-AF65-F5344CB8AC3E}">
        <p14:creationId xmlns:p14="http://schemas.microsoft.com/office/powerpoint/2010/main" val="114010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9600" y="2944066"/>
            <a:ext cx="5715000" cy="2228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229" dirty="0">
                <a:solidFill>
                  <a:schemeClr val="accent5">
                    <a:lumMod val="75000"/>
                  </a:schemeClr>
                </a:solidFill>
              </a:rPr>
              <a:t>Архитектура </a:t>
            </a:r>
            <a:r>
              <a:rPr lang="ru-RU" sz="4800" spc="229" dirty="0" err="1">
                <a:solidFill>
                  <a:schemeClr val="accent5">
                    <a:lumMod val="75000"/>
                  </a:schemeClr>
                </a:solidFill>
              </a:rPr>
              <a:t>микросервисов</a:t>
            </a:r>
            <a:r>
              <a:rPr lang="ru-RU" sz="4800" spc="229" dirty="0">
                <a:solidFill>
                  <a:schemeClr val="accent5">
                    <a:lumMod val="75000"/>
                  </a:schemeClr>
                </a:solidFill>
              </a:rPr>
              <a:t> в </a:t>
            </a:r>
            <a:r>
              <a:rPr lang="en-US" sz="4800" spc="229" dirty="0">
                <a:solidFill>
                  <a:schemeClr val="accent5">
                    <a:lumMod val="75000"/>
                  </a:schemeClr>
                </a:solidFill>
              </a:rPr>
              <a:t>ML</a:t>
            </a:r>
            <a:endParaRPr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2050" name="Picture 2" descr="ML микросервисная архитектура с event-driven взаимодействие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90517"/>
            <a:ext cx="9564729" cy="95647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9845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4648200" y="3695700"/>
            <a:ext cx="15316200" cy="784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</a:pPr>
            <a:r>
              <a:rPr lang="ru-RU" sz="4400" b="1" i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нарисуйте свою ML </a:t>
            </a:r>
            <a:r>
              <a:rPr lang="ru-RU" sz="4400" b="1" i="1" dirty="0" err="1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микросервисную</a:t>
            </a:r>
            <a:r>
              <a:rPr lang="ru-RU" sz="4400" b="1" i="1" dirty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i="1" dirty="0" smtClean="0">
                <a:solidFill>
                  <a:schemeClr val="bg1">
                    <a:lumMod val="9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архитектуру</a:t>
            </a:r>
            <a:endParaRPr lang="ru-RU" sz="4400" b="1" i="1" dirty="0">
              <a:solidFill>
                <a:schemeClr val="bg1">
                  <a:lumMod val="9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2133600" y="876300"/>
            <a:ext cx="7803162" cy="1231106"/>
          </a:xfrm>
        </p:spPr>
        <p:txBody>
          <a:bodyPr/>
          <a:lstStyle/>
          <a:p>
            <a:r>
              <a:rPr lang="ru-RU" dirty="0" smtClean="0">
                <a:solidFill>
                  <a:schemeClr val="bg1"/>
                </a:solidFill>
              </a:rPr>
              <a:t>Задание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849628"/>
            <a:ext cx="2610214" cy="24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9809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361498"/>
            <a:ext cx="16383000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ru-RU" sz="5400" dirty="0">
                <a:solidFill>
                  <a:schemeClr val="accent5">
                    <a:lumMod val="75000"/>
                  </a:schemeClr>
                </a:solidFill>
              </a:rPr>
              <a:t>Масштабирование </a:t>
            </a:r>
            <a:r>
              <a:rPr lang="ru-RU" sz="5400" dirty="0" err="1">
                <a:solidFill>
                  <a:schemeClr val="accent5">
                    <a:lumMod val="75000"/>
                  </a:schemeClr>
                </a:solidFill>
              </a:rPr>
              <a:t>микросервисов</a:t>
            </a:r>
            <a:endParaRPr lang="ru-RU" sz="5400" dirty="0">
              <a:solidFill>
                <a:schemeClr val="accent5">
                  <a:lumMod val="75000"/>
                </a:schemeClr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99" y="7505700"/>
            <a:ext cx="2610214" cy="2476846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5410200" y="8953500"/>
            <a:ext cx="13563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latin typeface="fkGroteskNeue"/>
              </a:rPr>
              <a:t>Какую масштабируемость применяли в своих проектах?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905000" y="2095500"/>
            <a:ext cx="15316200" cy="4638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Вертикальное и горизонтальное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масштабирование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Автоматическое масштабирование (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auto-scaling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по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метрикам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Load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balancing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rate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dirty="0" err="1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limiting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Примеры инструментов: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Istio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4208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9149" y="284988"/>
            <a:ext cx="1652965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800" spc="229" dirty="0">
                <a:solidFill>
                  <a:schemeClr val="accent5">
                    <a:lumMod val="75000"/>
                  </a:schemeClr>
                </a:solidFill>
              </a:rPr>
              <a:t>Containerization </a:t>
            </a:r>
            <a:r>
              <a:rPr lang="ru-RU" sz="4800" spc="229" dirty="0">
                <a:solidFill>
                  <a:schemeClr val="accent5">
                    <a:lumMod val="75000"/>
                  </a:schemeClr>
                </a:solidFill>
              </a:rPr>
              <a:t>и </a:t>
            </a:r>
            <a:r>
              <a:rPr lang="en-US" sz="4800" spc="229" dirty="0">
                <a:solidFill>
                  <a:schemeClr val="accent5">
                    <a:lumMod val="75000"/>
                  </a:schemeClr>
                </a:solidFill>
              </a:rPr>
              <a:t>Docker</a:t>
            </a:r>
            <a:endParaRPr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95400" y="2247900"/>
            <a:ext cx="15316200" cy="28813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Использование контейнеров для изоляции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сервисов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Плюсы: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воспроизводимость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простота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развертывания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Минимальный пример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Dockerfile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для ML-сервиса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6" y="7353300"/>
            <a:ext cx="2610214" cy="247684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038600" y="8801100"/>
            <a:ext cx="13563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latin typeface="fkGroteskNeue"/>
              </a:rPr>
              <a:t>какие зависимости стоит включать в контейнер?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5954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39149" y="284988"/>
            <a:ext cx="16529651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4800" spc="229" dirty="0" err="1">
                <a:solidFill>
                  <a:schemeClr val="accent5">
                    <a:lumMod val="75000"/>
                  </a:schemeClr>
                </a:solidFill>
              </a:rPr>
              <a:t>Оркестрация</a:t>
            </a:r>
            <a:r>
              <a:rPr lang="ru-RU" sz="4800" spc="229" dirty="0">
                <a:solidFill>
                  <a:schemeClr val="accent5">
                    <a:lumMod val="75000"/>
                  </a:schemeClr>
                </a:solidFill>
              </a:rPr>
              <a:t> и управление сервисами</a:t>
            </a:r>
            <a:endParaRPr sz="4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295400" y="2247900"/>
            <a:ext cx="15316200" cy="43303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Задачи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оркестрации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 запуск, масштабирование, обновление,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ремонт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Kubernetes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как стандарт </a:t>
            </a:r>
            <a:r>
              <a:rPr lang="ru-RU" sz="4400" b="1" dirty="0" err="1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оркестрации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Инструменты мониторинга и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логирования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Prometheus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Grafana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ELK)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756" y="7353300"/>
            <a:ext cx="2610214" cy="2476846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4038600" y="8801100"/>
            <a:ext cx="13563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latin typeface="fkGroteskNeue"/>
              </a:rPr>
              <a:t>какие инструменты вы используете для </a:t>
            </a:r>
            <a:r>
              <a:rPr lang="ru-RU" sz="3200" i="1" dirty="0" err="1">
                <a:latin typeface="fkGroteskNeue"/>
              </a:rPr>
              <a:t>оркестрации</a:t>
            </a:r>
            <a:r>
              <a:rPr lang="ru-RU" sz="3200" i="1" dirty="0">
                <a:latin typeface="fkGroteskNeue"/>
              </a:rPr>
              <a:t>?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060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76600" y="342900"/>
            <a:ext cx="14173200" cy="1846659"/>
          </a:xfrm>
        </p:spPr>
        <p:txBody>
          <a:bodyPr/>
          <a:lstStyle/>
          <a:p>
            <a:r>
              <a:rPr lang="ru-RU" sz="6000" dirty="0">
                <a:solidFill>
                  <a:schemeClr val="accent5">
                    <a:lumMod val="75000"/>
                  </a:schemeClr>
                </a:solidFill>
              </a:rPr>
              <a:t>Автоматизация </a:t>
            </a:r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CI/CD </a:t>
            </a:r>
            <a:r>
              <a:rPr lang="ru-RU" sz="6000" dirty="0" err="1">
                <a:solidFill>
                  <a:schemeClr val="accent5">
                    <a:lumMod val="75000"/>
                  </a:schemeClr>
                </a:solidFill>
              </a:rPr>
              <a:t>микросервисов</a:t>
            </a:r>
            <a:endParaRPr lang="ru-RU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600200" y="2857500"/>
            <a:ext cx="15316200" cy="46381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Автоматические 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сборки и тесты (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Actions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GitLab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CI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Автоматическая доставка новых версий в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staging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4400" b="1" dirty="0" err="1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production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Canary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и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blue-green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развёртывание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Мониторинг и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алерты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при сбоях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519733"/>
            <a:ext cx="2610214" cy="247684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038600" y="8801100"/>
            <a:ext cx="135636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latin typeface="fkGroteskNeue"/>
              </a:rPr>
              <a:t>какие инструменты вы используете для </a:t>
            </a:r>
            <a:r>
              <a:rPr lang="en-US" sz="3200" i="1" dirty="0" smtClean="0">
                <a:latin typeface="fkGroteskNeue"/>
              </a:rPr>
              <a:t>CI/CD</a:t>
            </a:r>
            <a:r>
              <a:rPr lang="ru-RU" sz="3200" i="1" dirty="0" smtClean="0">
                <a:latin typeface="fkGroteskNeue"/>
              </a:rPr>
              <a:t> в </a:t>
            </a:r>
            <a:r>
              <a:rPr lang="en-US" sz="3200" i="1" dirty="0" smtClean="0">
                <a:latin typeface="fkGroteskNeue"/>
              </a:rPr>
              <a:t>ML</a:t>
            </a:r>
            <a:r>
              <a:rPr lang="ru-RU" sz="3200" i="1" dirty="0" smtClean="0">
                <a:latin typeface="fkGroteskNeue"/>
              </a:rPr>
              <a:t>-проектах?</a:t>
            </a:r>
            <a:endParaRPr lang="ru-RU" sz="3200" i="1" dirty="0">
              <a:latin typeface="fkGroteskNeue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6313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838200" y="342900"/>
            <a:ext cx="16611600" cy="1846659"/>
          </a:xfrm>
        </p:spPr>
        <p:txBody>
          <a:bodyPr/>
          <a:lstStyle/>
          <a:p>
            <a:r>
              <a:rPr lang="ru-RU" sz="6000" dirty="0">
                <a:solidFill>
                  <a:schemeClr val="accent5">
                    <a:lumMod val="75000"/>
                  </a:schemeClr>
                </a:solidFill>
              </a:rPr>
              <a:t>Лучшие практики разработки и </a:t>
            </a:r>
            <a:r>
              <a:rPr lang="ru-RU" sz="6000" dirty="0" err="1">
                <a:solidFill>
                  <a:schemeClr val="accent5">
                    <a:lumMod val="75000"/>
                  </a:schemeClr>
                </a:solidFill>
              </a:rPr>
              <a:t>деплоя</a:t>
            </a:r>
            <a:endParaRPr lang="ru-RU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143307" y="1743343"/>
            <a:ext cx="15316200" cy="4945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Разделение ответственности между </a:t>
            </a:r>
            <a:r>
              <a:rPr lang="ru-RU" sz="4400" b="1" dirty="0" err="1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микросервисами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Минимальный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scope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сервиса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Verisoning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API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Обработка ошибок и повторные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попытки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Clr>
                <a:schemeClr val="accent5">
                  <a:lumMod val="75000"/>
                </a:schemeClr>
              </a:buClr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Безопасность и аутентификация сервисов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519733"/>
            <a:ext cx="2610214" cy="2476846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4038600" y="8801100"/>
            <a:ext cx="135636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i="1" dirty="0">
                <a:latin typeface="fkGroteskNeue"/>
              </a:rPr>
              <a:t>перечислите свои </a:t>
            </a:r>
            <a:r>
              <a:rPr lang="en-US" sz="3200" b="1" i="1" dirty="0">
                <a:solidFill>
                  <a:schemeClr val="accent5">
                    <a:lumMod val="75000"/>
                  </a:schemeClr>
                </a:solidFill>
                <a:latin typeface="fkGroteskNeue"/>
              </a:rPr>
              <a:t>best practices</a:t>
            </a:r>
            <a:endParaRPr lang="ru-RU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042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5">
                <a:lumMod val="67000"/>
              </a:schemeClr>
            </a:gs>
            <a:gs pos="48000">
              <a:schemeClr val="accent5">
                <a:lumMod val="97000"/>
                <a:lumOff val="3000"/>
              </a:schemeClr>
            </a:gs>
            <a:gs pos="100000">
              <a:schemeClr val="accent5">
                <a:lumMod val="60000"/>
                <a:lumOff val="40000"/>
              </a:schemeClr>
            </a:gs>
          </a:gsLst>
          <a:lin ang="16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3276600" y="342900"/>
            <a:ext cx="10896600" cy="1846659"/>
          </a:xfrm>
          <a:noFill/>
        </p:spPr>
        <p:txBody>
          <a:bodyPr/>
          <a:lstStyle/>
          <a:p>
            <a:r>
              <a:rPr lang="ru-RU" sz="6000" dirty="0" smtClean="0">
                <a:solidFill>
                  <a:schemeClr val="bg1">
                    <a:lumMod val="95000"/>
                  </a:schemeClr>
                </a:solidFill>
              </a:rPr>
              <a:t>Итоги и связь с лабораторными работами</a:t>
            </a:r>
            <a:endParaRPr lang="ru-RU" sz="60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828800" y="3009900"/>
            <a:ext cx="15316200" cy="4945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Основные концепции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микросервисов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в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ML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Принципы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масштабирования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Инструменты для контейнеризации и </a:t>
            </a:r>
            <a:r>
              <a:rPr lang="ru-RU" sz="4400" b="1" dirty="0" err="1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оркестрации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Важность CI/CD и 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мониторинга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571500" indent="-571500">
              <a:lnSpc>
                <a:spcPct val="107000"/>
              </a:lnSpc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ЛР8 «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Оркестрация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4400" b="1" dirty="0" err="1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пайплайна</a:t>
            </a:r>
            <a:r>
              <a:rPr lang="ru-RU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4400" b="1" dirty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Airflow)</a:t>
            </a:r>
            <a:r>
              <a:rPr lang="ru-RU" sz="4400" b="1" dirty="0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</a:t>
            </a:r>
            <a:endParaRPr lang="ru-RU" sz="4400" b="1" dirty="0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715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content-studio.sberdevices.ru/prod-gc/12c4dea7-0d6a-46e3-8035-aa9a1c297db0/0199dd44-0040-7e8b-b294-b50ef2f793f3.jpg"/>
          <p:cNvPicPr>
            <a:picLocks noChangeAspect="1"/>
          </p:cNvPicPr>
          <p:nvPr/>
        </p:nvPicPr>
        <p:blipFill>
          <a:blip r:embed="rId3"/>
          <a:srcRect t="276" b="276"/>
          <a:stretch/>
        </p:blipFill>
        <p:spPr>
          <a:xfrm>
            <a:off x="1" y="0"/>
            <a:ext cx="5105399" cy="10287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67600" y="419100"/>
            <a:ext cx="10058400" cy="6172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ts val="4400"/>
              </a:lnSpc>
              <a:spcBef>
                <a:spcPts val="2400"/>
              </a:spcBef>
              <a:spcAft>
                <a:spcPts val="2400"/>
              </a:spcAft>
            </a:pPr>
            <a:r>
              <a:rPr lang="ru-RU" sz="4400" b="1" dirty="0">
                <a:solidFill>
                  <a:srgbClr val="000000"/>
                </a:solidFill>
              </a:rPr>
              <a:t> Ключевые вопросы для самопроверки: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5522167" y="1638300"/>
            <a:ext cx="12801600" cy="524637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SzPct val="100000"/>
            </a:pPr>
            <a:r>
              <a:rPr lang="ru-RU" sz="2800" dirty="0" smtClean="0">
                <a:solidFill>
                  <a:srgbClr val="000000"/>
                </a:solidFill>
              </a:rPr>
              <a:t>1. Что </a:t>
            </a:r>
            <a:r>
              <a:rPr lang="ru-RU" sz="2800" dirty="0">
                <a:solidFill>
                  <a:srgbClr val="000000"/>
                </a:solidFill>
              </a:rPr>
              <a:t>такое </a:t>
            </a:r>
            <a:r>
              <a:rPr lang="ru-RU" sz="2800" dirty="0" err="1">
                <a:solidFill>
                  <a:srgbClr val="000000"/>
                </a:solidFill>
              </a:rPr>
              <a:t>микросервисная</a:t>
            </a:r>
            <a:r>
              <a:rPr lang="ru-RU" sz="2800" dirty="0">
                <a:solidFill>
                  <a:srgbClr val="000000"/>
                </a:solidFill>
              </a:rPr>
              <a:t> архитектура и в чем её основные преимущества и недостатки при развертывании ML систем? </a:t>
            </a:r>
            <a:r>
              <a:rPr lang="ru-RU" sz="2800" dirty="0" smtClean="0">
                <a:solidFill>
                  <a:schemeClr val="bg1"/>
                </a:solidFill>
              </a:rPr>
              <a:t>&lt;</a:t>
            </a:r>
            <a:r>
              <a:rPr lang="en-US" sz="2800" dirty="0">
                <a:solidFill>
                  <a:schemeClr val="bg1"/>
                </a:solidFill>
              </a:rPr>
              <a:t>details&gt; &lt;summary&gt;</a:t>
            </a:r>
            <a:r>
              <a:rPr lang="ru-RU" sz="2800" dirty="0">
                <a:solidFill>
                  <a:schemeClr val="bg1"/>
                </a:solidFill>
              </a:rPr>
              <a:t>Ответ&lt;/</a:t>
            </a:r>
            <a:r>
              <a:rPr lang="en-US" sz="2800" dirty="0">
                <a:solidFill>
                  <a:schemeClr val="bg1"/>
                </a:solidFill>
              </a:rPr>
              <a:t>summary</a:t>
            </a:r>
            <a:r>
              <a:rPr lang="en-US" sz="2800" dirty="0" smtClean="0">
                <a:solidFill>
                  <a:schemeClr val="bg1"/>
                </a:solidFill>
              </a:rPr>
              <a:t>&gt;</a:t>
            </a:r>
            <a:endParaRPr lang="en-US" sz="2800" dirty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SzPct val="100000"/>
            </a:pPr>
            <a:r>
              <a:rPr lang="ru-RU" sz="2800" dirty="0" smtClean="0">
                <a:solidFill>
                  <a:srgbClr val="000000"/>
                </a:solidFill>
              </a:rPr>
              <a:t>2. </a:t>
            </a:r>
            <a:r>
              <a:rPr lang="ru-RU" sz="2800" dirty="0" smtClean="0">
                <a:solidFill>
                  <a:srgbClr val="000000"/>
                </a:solidFill>
              </a:rPr>
              <a:t>Как </a:t>
            </a:r>
            <a:r>
              <a:rPr lang="ru-RU" sz="2800" dirty="0">
                <a:solidFill>
                  <a:srgbClr val="000000"/>
                </a:solidFill>
              </a:rPr>
              <a:t>можно реализовать масштабирование </a:t>
            </a:r>
            <a:r>
              <a:rPr lang="ru-RU" sz="2800" dirty="0" err="1">
                <a:solidFill>
                  <a:srgbClr val="000000"/>
                </a:solidFill>
              </a:rPr>
              <a:t>микросервисов</a:t>
            </a:r>
            <a:r>
              <a:rPr lang="ru-RU" sz="2800" dirty="0">
                <a:solidFill>
                  <a:srgbClr val="000000"/>
                </a:solidFill>
              </a:rPr>
              <a:t> и какие инструменты чаще всего применяются</a:t>
            </a:r>
            <a:r>
              <a:rPr lang="ru-RU" sz="2800" dirty="0" smtClean="0">
                <a:solidFill>
                  <a:srgbClr val="000000"/>
                </a:solidFill>
              </a:rPr>
              <a:t>?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SzPct val="100000"/>
            </a:pPr>
            <a:r>
              <a:rPr lang="ru-RU" sz="2800" dirty="0" smtClean="0">
                <a:solidFill>
                  <a:srgbClr val="000000"/>
                </a:solidFill>
              </a:rPr>
              <a:t>3</a:t>
            </a:r>
            <a:r>
              <a:rPr lang="ru-RU" sz="2800" dirty="0">
                <a:solidFill>
                  <a:srgbClr val="000000"/>
                </a:solidFill>
              </a:rPr>
              <a:t>. </a:t>
            </a:r>
            <a:r>
              <a:rPr lang="ru-RU" sz="2800" dirty="0" smtClean="0">
                <a:solidFill>
                  <a:srgbClr val="000000"/>
                </a:solidFill>
              </a:rPr>
              <a:t>В </a:t>
            </a:r>
            <a:r>
              <a:rPr lang="ru-RU" sz="2800" dirty="0">
                <a:solidFill>
                  <a:srgbClr val="000000"/>
                </a:solidFill>
              </a:rPr>
              <a:t>чем разница между контейнеризацией (</a:t>
            </a:r>
            <a:r>
              <a:rPr lang="ru-RU" sz="2800" dirty="0" err="1">
                <a:solidFill>
                  <a:srgbClr val="000000"/>
                </a:solidFill>
              </a:rPr>
              <a:t>Docker</a:t>
            </a:r>
            <a:r>
              <a:rPr lang="ru-RU" sz="2800" dirty="0">
                <a:solidFill>
                  <a:srgbClr val="000000"/>
                </a:solidFill>
              </a:rPr>
              <a:t>) и </a:t>
            </a:r>
            <a:r>
              <a:rPr lang="ru-RU" sz="2800" dirty="0" err="1">
                <a:solidFill>
                  <a:srgbClr val="000000"/>
                </a:solidFill>
              </a:rPr>
              <a:t>оркестрацией</a:t>
            </a:r>
            <a:r>
              <a:rPr lang="ru-RU" sz="2800" dirty="0">
                <a:solidFill>
                  <a:srgbClr val="000000"/>
                </a:solidFill>
              </a:rPr>
              <a:t> (</a:t>
            </a:r>
            <a:r>
              <a:rPr lang="ru-RU" sz="2800" dirty="0" err="1">
                <a:solidFill>
                  <a:srgbClr val="000000"/>
                </a:solidFill>
              </a:rPr>
              <a:t>Kubernetes</a:t>
            </a:r>
            <a:r>
              <a:rPr lang="ru-RU" sz="2800" dirty="0">
                <a:solidFill>
                  <a:srgbClr val="000000"/>
                </a:solidFill>
              </a:rPr>
              <a:t>), и зачем они нужны в </a:t>
            </a:r>
            <a:r>
              <a:rPr lang="ru-RU" sz="2800" dirty="0" smtClean="0">
                <a:solidFill>
                  <a:srgbClr val="000000"/>
                </a:solidFill>
              </a:rPr>
              <a:t>ML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SzPct val="100000"/>
            </a:pPr>
            <a:r>
              <a:rPr lang="ru-RU" sz="2800" dirty="0" smtClean="0">
                <a:solidFill>
                  <a:srgbClr val="000000"/>
                </a:solidFill>
              </a:rPr>
              <a:t>4</a:t>
            </a:r>
            <a:r>
              <a:rPr lang="ru-RU" sz="2800" dirty="0" smtClean="0">
                <a:solidFill>
                  <a:srgbClr val="000000"/>
                </a:solidFill>
              </a:rPr>
              <a:t>.Что </a:t>
            </a:r>
            <a:r>
              <a:rPr lang="ru-RU" sz="2800" dirty="0">
                <a:solidFill>
                  <a:srgbClr val="000000"/>
                </a:solidFill>
              </a:rPr>
              <a:t>такое стратегии развертывания (</a:t>
            </a:r>
            <a:r>
              <a:rPr lang="ru-RU" sz="2800" dirty="0" err="1">
                <a:solidFill>
                  <a:srgbClr val="000000"/>
                </a:solidFill>
              </a:rPr>
              <a:t>blue-green</a:t>
            </a:r>
            <a:r>
              <a:rPr lang="ru-RU" sz="2800" dirty="0">
                <a:solidFill>
                  <a:srgbClr val="000000"/>
                </a:solidFill>
              </a:rPr>
              <a:t>, </a:t>
            </a:r>
            <a:r>
              <a:rPr lang="ru-RU" sz="2800" dirty="0" err="1">
                <a:solidFill>
                  <a:srgbClr val="000000"/>
                </a:solidFill>
              </a:rPr>
              <a:t>canary</a:t>
            </a:r>
            <a:r>
              <a:rPr lang="ru-RU" sz="2800" dirty="0">
                <a:solidFill>
                  <a:srgbClr val="000000"/>
                </a:solidFill>
              </a:rPr>
              <a:t>, A/B) и как они помогают снизить риски обновления ML моделей</a:t>
            </a:r>
            <a:r>
              <a:rPr lang="ru-RU" sz="2800" dirty="0" smtClean="0">
                <a:solidFill>
                  <a:srgbClr val="000000"/>
                </a:solidFill>
              </a:rPr>
              <a:t>?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SzPct val="100000"/>
            </a:pPr>
            <a:r>
              <a:rPr lang="ru-RU" sz="2800" dirty="0" smtClean="0">
                <a:solidFill>
                  <a:srgbClr val="000000"/>
                </a:solidFill>
              </a:rPr>
              <a:t>5</a:t>
            </a:r>
            <a:r>
              <a:rPr lang="ru-RU" sz="2800" dirty="0">
                <a:solidFill>
                  <a:srgbClr val="000000"/>
                </a:solidFill>
              </a:rPr>
              <a:t>. </a:t>
            </a:r>
            <a:r>
              <a:rPr lang="ru-RU" sz="2800" dirty="0" smtClean="0">
                <a:solidFill>
                  <a:srgbClr val="000000"/>
                </a:solidFill>
              </a:rPr>
              <a:t>Почему </a:t>
            </a:r>
            <a:r>
              <a:rPr lang="ru-RU" sz="2800" dirty="0">
                <a:solidFill>
                  <a:srgbClr val="000000"/>
                </a:solidFill>
              </a:rPr>
              <a:t>мониторинг и </a:t>
            </a:r>
            <a:r>
              <a:rPr lang="ru-RU" sz="2800" dirty="0" err="1">
                <a:solidFill>
                  <a:srgbClr val="000000"/>
                </a:solidFill>
              </a:rPr>
              <a:t>логирование</a:t>
            </a:r>
            <a:r>
              <a:rPr lang="ru-RU" sz="2800" dirty="0">
                <a:solidFill>
                  <a:srgbClr val="000000"/>
                </a:solidFill>
              </a:rPr>
              <a:t> важны при использовании </a:t>
            </a:r>
            <a:r>
              <a:rPr lang="ru-RU" sz="2800" dirty="0" err="1">
                <a:solidFill>
                  <a:srgbClr val="000000"/>
                </a:solidFill>
              </a:rPr>
              <a:t>микросервисов</a:t>
            </a:r>
            <a:r>
              <a:rPr lang="ru-RU" sz="2800" dirty="0">
                <a:solidFill>
                  <a:srgbClr val="000000"/>
                </a:solidFill>
              </a:rPr>
              <a:t> для ML, и какие метрики необходимо </a:t>
            </a:r>
            <a:r>
              <a:rPr lang="ru-RU" sz="2800" dirty="0" smtClean="0">
                <a:solidFill>
                  <a:srgbClr val="000000"/>
                </a:solidFill>
              </a:rPr>
              <a:t>отслеживать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SzPct val="100000"/>
            </a:pPr>
            <a:r>
              <a:rPr lang="ru-RU" sz="2800" dirty="0" smtClean="0">
                <a:solidFill>
                  <a:srgbClr val="000000"/>
                </a:solidFill>
              </a:rPr>
              <a:t>6.Какие </a:t>
            </a:r>
            <a:r>
              <a:rPr lang="ru-RU" sz="2800" dirty="0">
                <a:solidFill>
                  <a:srgbClr val="000000"/>
                </a:solidFill>
              </a:rPr>
              <a:t>основные этапы жизненного цикла модели нужно автоматизировать и что включает в себя практическая цепочка развертывания</a:t>
            </a:r>
            <a:endParaRPr lang="en-US" sz="28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829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9148" y="0"/>
            <a:ext cx="1523425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6000" dirty="0">
                <a:solidFill>
                  <a:schemeClr val="accent5">
                    <a:lumMod val="50000"/>
                  </a:schemeClr>
                </a:solidFill>
              </a:rPr>
              <a:t>Материалы и ссылки</a:t>
            </a:r>
            <a:endParaRPr sz="5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431624" y="1221142"/>
            <a:ext cx="1563717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📚 ДОКУМЕНТАЦИЯ: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Docker: https://docs.docker.com/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Kubernetes: https://kubernetes.io/docs/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Kafka: https://kafka.apache.org/documentation/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endParaRPr lang="en-US" altLang="ru-RU" sz="32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📖 КНИГИ: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Building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Microservices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 (Sam Newman)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Microservices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 Patterns (Chris Richardson)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Designing ML Systems (Chip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Huyen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)</a:t>
            </a:r>
            <a:endParaRPr lang="en-US" altLang="ru-RU" sz="24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6456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9148" y="0"/>
            <a:ext cx="1523425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6000" dirty="0">
                <a:solidFill>
                  <a:schemeClr val="accent5">
                    <a:lumMod val="50000"/>
                  </a:schemeClr>
                </a:solidFill>
              </a:rPr>
              <a:t>Материалы и ссылки</a:t>
            </a:r>
            <a:endParaRPr sz="5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431624" y="1221142"/>
            <a:ext cx="13449300" cy="109876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🌐 БЛОГИ &amp; СТАТЬИ: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MLOps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 Community: https://mlops.community/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Made With ML: https://madewithml.com/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Chip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Huyen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 Blog: https://huyenchip.com/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endParaRPr lang="en-US" altLang="ru-RU" sz="32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📺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YOUTUBE: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TechWorld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 with Nana (90+ </a:t>
            </a: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часов)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Made With ML Channel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Kubernetes Official Channel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endParaRPr lang="en-US" altLang="ru-RU" sz="32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🔬 ПРАКТИКА: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GitHub Examples: https://github.com/kubernetes/examples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Docker Play: https://play.docker.com/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Minikube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для локального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K8s</a:t>
            </a:r>
            <a:endParaRPr lang="en-US" altLang="ru-RU" sz="24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86069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14400" y="495300"/>
            <a:ext cx="1523425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6000" dirty="0">
                <a:solidFill>
                  <a:schemeClr val="accent5">
                    <a:lumMod val="50000"/>
                  </a:schemeClr>
                </a:solidFill>
              </a:rPr>
              <a:t>Материалы и ссылки</a:t>
            </a:r>
            <a:endParaRPr sz="5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19" name="Прямоугольник 18"/>
          <p:cNvSpPr/>
          <p:nvPr/>
        </p:nvSpPr>
        <p:spPr>
          <a:xfrm>
            <a:off x="1143000" y="1943100"/>
            <a:ext cx="13449300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🔬 </a:t>
            </a: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ПРАКТИКА: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GitHub Examples: https://github.com/kubernetes/examples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Docker Play: https://play.docker.com/</a:t>
            </a: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Minikube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 </a:t>
            </a: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для локального </a:t>
            </a:r>
            <a:r>
              <a:rPr lang="en-US" altLang="ru-RU" sz="3200" b="1" dirty="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K8s</a:t>
            </a:r>
            <a:endParaRPr lang="ru-RU" altLang="ru-RU" sz="3200" b="1" dirty="0" smtClean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ts val="1200"/>
              </a:spcBef>
              <a:spcAft>
                <a:spcPts val="1200"/>
              </a:spcAft>
            </a:pPr>
            <a:endParaRPr lang="ru-RU" altLang="ru-RU" sz="32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 smtClean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СООБЩЕСТВА</a:t>
            </a: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:</a:t>
            </a:r>
          </a:p>
          <a:p>
            <a:pPr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ru-RU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Stack Overflow (tags: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docker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,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kubernetes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)</a:t>
            </a:r>
          </a:p>
          <a:p>
            <a:pPr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Reddit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: r/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docker</a:t>
            </a: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, r/</a:t>
            </a:r>
            <a:r>
              <a:rPr lang="en-US" altLang="ru-RU" sz="3200" b="1" dirty="0" err="1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kubernetes</a:t>
            </a:r>
            <a:endParaRPr lang="en-US" altLang="ru-RU" sz="32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eaLnBrk="0" fontAlgn="base" hangingPunct="0">
              <a:spcBef>
                <a:spcPts val="1200"/>
              </a:spcBef>
              <a:spcAft>
                <a:spcPts val="1200"/>
              </a:spcAft>
            </a:pPr>
            <a:r>
              <a:rPr lang="en-US" altLang="ru-RU" sz="3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</a:rPr>
              <a:t>• Slack: CNCF Community</a:t>
            </a:r>
            <a:endParaRPr lang="en-US" altLang="ru-RU" sz="320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4884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9149" y="284988"/>
            <a:ext cx="1523425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lang="ru-RU" sz="6000" dirty="0" smtClean="0">
                <a:solidFill>
                  <a:schemeClr val="accent5">
                    <a:lumMod val="50000"/>
                  </a:schemeClr>
                </a:solidFill>
              </a:rPr>
              <a:t>Вопросы</a:t>
            </a:r>
            <a:endParaRPr sz="56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33600" y="1604387"/>
            <a:ext cx="9766303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lvl="0" eaLnBrk="0" fontAlgn="base" hangingPunct="0">
              <a:spcBef>
                <a:spcPts val="1800"/>
              </a:spcBef>
              <a:spcAft>
                <a:spcPts val="1800"/>
              </a:spcAft>
            </a:pPr>
            <a:r>
              <a:rPr lang="ru-RU" altLang="ru-RU" sz="3200" dirty="0">
                <a:latin typeface="Arial" panose="020B0604020202020204" pitchFamily="34" charset="0"/>
              </a:rPr>
              <a:t>Телеграм  </a:t>
            </a:r>
            <a:r>
              <a:rPr lang="en-US" altLang="ru-RU" sz="3200" dirty="0">
                <a:latin typeface="Arial" panose="020B0604020202020204" pitchFamily="34" charset="0"/>
              </a:rPr>
              <a:t>https://t.me/+PsC-JDrwrvsxNmVi</a:t>
            </a:r>
            <a:endParaRPr lang="ru-RU" altLang="ru-RU" sz="3200" dirty="0">
              <a:latin typeface="Arial" panose="020B0604020202020204" pitchFamily="34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87430" y="1509357"/>
            <a:ext cx="695960" cy="695325"/>
            <a:chOff x="537562" y="2458298"/>
            <a:chExt cx="695960" cy="695325"/>
          </a:xfrm>
        </p:grpSpPr>
        <p:sp>
          <p:nvSpPr>
            <p:cNvPr id="15" name="object 15"/>
            <p:cNvSpPr/>
            <p:nvPr/>
          </p:nvSpPr>
          <p:spPr>
            <a:xfrm>
              <a:off x="551849" y="2472585"/>
              <a:ext cx="667385" cy="666750"/>
            </a:xfrm>
            <a:custGeom>
              <a:avLst/>
              <a:gdLst/>
              <a:ahLst/>
              <a:cxnLst/>
              <a:rect l="l" t="t" r="r" b="b"/>
              <a:pathLst>
                <a:path w="667385" h="666750">
                  <a:moveTo>
                    <a:pt x="333450" y="0"/>
                  </a:moveTo>
                  <a:lnTo>
                    <a:pt x="382724" y="3613"/>
                  </a:lnTo>
                  <a:lnTo>
                    <a:pt x="429754" y="14111"/>
                  </a:lnTo>
                  <a:lnTo>
                    <a:pt x="474024" y="30977"/>
                  </a:lnTo>
                  <a:lnTo>
                    <a:pt x="515017" y="53696"/>
                  </a:lnTo>
                  <a:lnTo>
                    <a:pt x="552217" y="81752"/>
                  </a:lnTo>
                  <a:lnTo>
                    <a:pt x="585110" y="114630"/>
                  </a:lnTo>
                  <a:lnTo>
                    <a:pt x="613179" y="151814"/>
                  </a:lnTo>
                  <a:lnTo>
                    <a:pt x="635908" y="192789"/>
                  </a:lnTo>
                  <a:lnTo>
                    <a:pt x="652782" y="237038"/>
                  </a:lnTo>
                  <a:lnTo>
                    <a:pt x="663284" y="284047"/>
                  </a:lnTo>
                  <a:lnTo>
                    <a:pt x="666900" y="333300"/>
                  </a:lnTo>
                  <a:lnTo>
                    <a:pt x="663284" y="382552"/>
                  </a:lnTo>
                  <a:lnTo>
                    <a:pt x="652782" y="429561"/>
                  </a:lnTo>
                  <a:lnTo>
                    <a:pt x="635908" y="473810"/>
                  </a:lnTo>
                  <a:lnTo>
                    <a:pt x="613179" y="514785"/>
                  </a:lnTo>
                  <a:lnTo>
                    <a:pt x="585110" y="551969"/>
                  </a:lnTo>
                  <a:lnTo>
                    <a:pt x="552217" y="584847"/>
                  </a:lnTo>
                  <a:lnTo>
                    <a:pt x="515017" y="612903"/>
                  </a:lnTo>
                  <a:lnTo>
                    <a:pt x="474024" y="635622"/>
                  </a:lnTo>
                  <a:lnTo>
                    <a:pt x="429754" y="652488"/>
                  </a:lnTo>
                  <a:lnTo>
                    <a:pt x="382724" y="662986"/>
                  </a:lnTo>
                  <a:lnTo>
                    <a:pt x="333450" y="666600"/>
                  </a:lnTo>
                  <a:lnTo>
                    <a:pt x="284175" y="662986"/>
                  </a:lnTo>
                  <a:lnTo>
                    <a:pt x="237145" y="652488"/>
                  </a:lnTo>
                  <a:lnTo>
                    <a:pt x="192875" y="635622"/>
                  </a:lnTo>
                  <a:lnTo>
                    <a:pt x="151883" y="612903"/>
                  </a:lnTo>
                  <a:lnTo>
                    <a:pt x="114682" y="584847"/>
                  </a:lnTo>
                  <a:lnTo>
                    <a:pt x="81789" y="551969"/>
                  </a:lnTo>
                  <a:lnTo>
                    <a:pt x="53720" y="514785"/>
                  </a:lnTo>
                  <a:lnTo>
                    <a:pt x="30991" y="473810"/>
                  </a:lnTo>
                  <a:lnTo>
                    <a:pt x="14117" y="429561"/>
                  </a:lnTo>
                  <a:lnTo>
                    <a:pt x="3615" y="382552"/>
                  </a:lnTo>
                  <a:lnTo>
                    <a:pt x="0" y="333300"/>
                  </a:lnTo>
                  <a:lnTo>
                    <a:pt x="3615" y="284047"/>
                  </a:lnTo>
                  <a:lnTo>
                    <a:pt x="14117" y="237038"/>
                  </a:lnTo>
                  <a:lnTo>
                    <a:pt x="30991" y="192789"/>
                  </a:lnTo>
                  <a:lnTo>
                    <a:pt x="53720" y="151814"/>
                  </a:lnTo>
                  <a:lnTo>
                    <a:pt x="81789" y="114630"/>
                  </a:lnTo>
                  <a:lnTo>
                    <a:pt x="114682" y="81752"/>
                  </a:lnTo>
                  <a:lnTo>
                    <a:pt x="151883" y="53696"/>
                  </a:lnTo>
                  <a:lnTo>
                    <a:pt x="192875" y="30977"/>
                  </a:lnTo>
                  <a:lnTo>
                    <a:pt x="237145" y="14111"/>
                  </a:lnTo>
                  <a:lnTo>
                    <a:pt x="284175" y="3613"/>
                  </a:lnTo>
                  <a:lnTo>
                    <a:pt x="333450" y="0"/>
                  </a:lnTo>
                  <a:close/>
                </a:path>
              </a:pathLst>
            </a:custGeom>
            <a:ln w="28575">
              <a:solidFill>
                <a:srgbClr val="4BD0A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723423" y="2705258"/>
              <a:ext cx="325120" cy="207645"/>
            </a:xfrm>
            <a:custGeom>
              <a:avLst/>
              <a:gdLst/>
              <a:ahLst/>
              <a:cxnLst/>
              <a:rect l="l" t="t" r="r" b="b"/>
              <a:pathLst>
                <a:path w="325119" h="207644">
                  <a:moveTo>
                    <a:pt x="225299" y="0"/>
                  </a:moveTo>
                  <a:lnTo>
                    <a:pt x="216646" y="0"/>
                  </a:lnTo>
                  <a:lnTo>
                    <a:pt x="208313" y="8172"/>
                  </a:lnTo>
                  <a:lnTo>
                    <a:pt x="206871" y="11699"/>
                  </a:lnTo>
                  <a:lnTo>
                    <a:pt x="206871" y="18749"/>
                  </a:lnTo>
                  <a:lnTo>
                    <a:pt x="208313" y="22274"/>
                  </a:lnTo>
                  <a:lnTo>
                    <a:pt x="276576" y="89414"/>
                  </a:lnTo>
                  <a:lnTo>
                    <a:pt x="6410" y="89414"/>
                  </a:lnTo>
                  <a:lnTo>
                    <a:pt x="0" y="95825"/>
                  </a:lnTo>
                  <a:lnTo>
                    <a:pt x="0" y="111207"/>
                  </a:lnTo>
                  <a:lnTo>
                    <a:pt x="6410" y="117617"/>
                  </a:lnTo>
                  <a:lnTo>
                    <a:pt x="14741" y="117617"/>
                  </a:lnTo>
                  <a:lnTo>
                    <a:pt x="16344" y="117297"/>
                  </a:lnTo>
                  <a:lnTo>
                    <a:pt x="276576" y="117297"/>
                  </a:lnTo>
                  <a:lnTo>
                    <a:pt x="208313" y="184758"/>
                  </a:lnTo>
                  <a:lnTo>
                    <a:pt x="206871" y="188282"/>
                  </a:lnTo>
                  <a:lnTo>
                    <a:pt x="206871" y="195334"/>
                  </a:lnTo>
                  <a:lnTo>
                    <a:pt x="208313" y="198859"/>
                  </a:lnTo>
                  <a:lnTo>
                    <a:pt x="216646" y="207031"/>
                  </a:lnTo>
                  <a:lnTo>
                    <a:pt x="225299" y="207031"/>
                  </a:lnTo>
                  <a:lnTo>
                    <a:pt x="231067" y="201583"/>
                  </a:lnTo>
                  <a:lnTo>
                    <a:pt x="323207" y="110406"/>
                  </a:lnTo>
                  <a:lnTo>
                    <a:pt x="324569" y="106881"/>
                  </a:lnTo>
                  <a:lnTo>
                    <a:pt x="324569" y="103356"/>
                  </a:lnTo>
                  <a:lnTo>
                    <a:pt x="324569" y="99830"/>
                  </a:lnTo>
                  <a:lnTo>
                    <a:pt x="323207" y="96306"/>
                  </a:lnTo>
                  <a:lnTo>
                    <a:pt x="231067" y="5448"/>
                  </a:lnTo>
                  <a:lnTo>
                    <a:pt x="225299" y="0"/>
                  </a:lnTo>
                  <a:close/>
                </a:path>
              </a:pathLst>
            </a:custGeom>
            <a:solidFill>
              <a:srgbClr val="4BD0A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83F02372-BD48-6F74-2771-3B35ACA5B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109654"/>
            <a:ext cx="5105400" cy="5198467"/>
          </a:xfrm>
          <a:prstGeom prst="rect">
            <a:avLst/>
          </a:prstGeom>
        </p:spPr>
      </p:pic>
      <p:sp>
        <p:nvSpPr>
          <p:cNvPr id="12" name="object 3">
            <a:extLst>
              <a:ext uri="{FF2B5EF4-FFF2-40B4-BE49-F238E27FC236}">
                <a16:creationId xmlns:a16="http://schemas.microsoft.com/office/drawing/2014/main" id="{CDAE9DE2-2C8E-B445-7DD8-2E60DEEA64D1}"/>
              </a:ext>
            </a:extLst>
          </p:cNvPr>
          <p:cNvSpPr txBox="1">
            <a:spLocks/>
          </p:cNvSpPr>
          <p:nvPr/>
        </p:nvSpPr>
        <p:spPr>
          <a:xfrm>
            <a:off x="704345" y="7124700"/>
            <a:ext cx="17006721" cy="27828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8000" b="1" i="0">
                <a:solidFill>
                  <a:schemeClr val="tx1"/>
                </a:solidFill>
                <a:latin typeface="Tahoma"/>
                <a:ea typeface="+mj-ea"/>
                <a:cs typeface="Tahoma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ru-RU" sz="6000" kern="0" dirty="0" smtClean="0">
                <a:solidFill>
                  <a:schemeClr val="accent5">
                    <a:lumMod val="50000"/>
                  </a:schemeClr>
                </a:solidFill>
              </a:rPr>
              <a:t>СКИФ (</a:t>
            </a:r>
            <a:r>
              <a:rPr lang="en-US" sz="6000" kern="0" dirty="0">
                <a:solidFill>
                  <a:schemeClr val="accent5">
                    <a:lumMod val="50000"/>
                  </a:schemeClr>
                </a:solidFill>
              </a:rPr>
              <a:t>https://do.skif.donstu.ru/course/view.php?id=7508</a:t>
            </a:r>
            <a:r>
              <a:rPr lang="ru-RU" sz="6000" kern="0" dirty="0" smtClean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ru-RU" sz="5600" kern="0" dirty="0">
              <a:solidFill>
                <a:schemeClr val="accent5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7172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4BD0A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</TotalTime>
  <Words>659</Words>
  <Application>Microsoft Office PowerPoint</Application>
  <PresentationFormat>Произвольный</PresentationFormat>
  <Paragraphs>122</Paragraphs>
  <Slides>19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Arial</vt:lpstr>
      <vt:lpstr>Calibri</vt:lpstr>
      <vt:lpstr>fkGrotesk</vt:lpstr>
      <vt:lpstr>fkGroteskNeue</vt:lpstr>
      <vt:lpstr>Tahoma</vt:lpstr>
      <vt:lpstr>Times New Roman</vt:lpstr>
      <vt:lpstr>Wingdings</vt:lpstr>
      <vt:lpstr>Office Theme</vt:lpstr>
      <vt:lpstr>Микросервисы и масштабирование</vt:lpstr>
      <vt:lpstr>Цели занятия</vt:lpstr>
      <vt:lpstr>Что такое микросервисы</vt:lpstr>
      <vt:lpstr>Преимущества микросервисов</vt:lpstr>
      <vt:lpstr>Недостатки микросервисов</vt:lpstr>
      <vt:lpstr>Пример микросервиса</vt:lpstr>
      <vt:lpstr>Архитектура микросервисов в ML</vt:lpstr>
      <vt:lpstr>Задание</vt:lpstr>
      <vt:lpstr>Масштабирование микросервисов</vt:lpstr>
      <vt:lpstr>Containerization и Docker</vt:lpstr>
      <vt:lpstr>Оркестрация и управление сервисами</vt:lpstr>
      <vt:lpstr>Автоматизация CI/CD микросервисов</vt:lpstr>
      <vt:lpstr>Лучшие практики разработки и деплоя</vt:lpstr>
      <vt:lpstr>Итоги и связь с лабораторными работами</vt:lpstr>
      <vt:lpstr>Презентация PowerPoint</vt:lpstr>
      <vt:lpstr>Материалы и ссылки</vt:lpstr>
      <vt:lpstr>Материалы и ссылки</vt:lpstr>
      <vt:lpstr>Материалы и ссылки</vt:lpstr>
      <vt:lpstr>Вопросы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Ведение DS-проектов</dc:title>
  <dc:creator>PC</dc:creator>
  <cp:lastModifiedBy>Ирина Трубчик</cp:lastModifiedBy>
  <cp:revision>156</cp:revision>
  <dcterms:created xsi:type="dcterms:W3CDTF">2023-12-20T00:17:18Z</dcterms:created>
  <dcterms:modified xsi:type="dcterms:W3CDTF">2025-11-06T11:53:47Z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2021-05-29T00:00:00Z</vt:filetime>
  </property>
  <property fmtid="{D5CDD505-2E9C-101B-9397-08002B2CF9AE}" pid="3" name="LastSaved">
    <vt:filetime>2023-12-20T00:00:00Z</vt:filetime>
  </property>
</Properties>
</file>